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25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749795"/>
            <a:ext cx="9088041" cy="3722335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5615678"/>
            <a:ext cx="8018860" cy="2581379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5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82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2665532"/>
            <a:ext cx="9221689" cy="4447496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7155103"/>
            <a:ext cx="9221689" cy="2338833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1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5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69242"/>
            <a:ext cx="922168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2620980"/>
            <a:ext cx="4523137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3905482"/>
            <a:ext cx="452313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2620980"/>
            <a:ext cx="4545413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3905482"/>
            <a:ext cx="454541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55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1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539425"/>
            <a:ext cx="5412730" cy="7598117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4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539425"/>
            <a:ext cx="5412730" cy="7598117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5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569240"/>
            <a:ext cx="2305422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569240"/>
            <a:ext cx="678261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2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569242"/>
            <a:ext cx="92216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846200"/>
            <a:ext cx="92216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719C6-914C-4BFA-8BD7-16A302903792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9909729"/>
            <a:ext cx="360848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35FB1-E6CC-4447-A7F6-40B40A9460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46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0120CC-286A-4D03-10F6-76BAEAA1F872}"/>
              </a:ext>
            </a:extLst>
          </p:cNvPr>
          <p:cNvSpPr/>
          <p:nvPr/>
        </p:nvSpPr>
        <p:spPr>
          <a:xfrm>
            <a:off x="323558" y="239151"/>
            <a:ext cx="4276761" cy="4566765"/>
          </a:xfrm>
          <a:prstGeom prst="roundRect">
            <a:avLst/>
          </a:prstGeom>
          <a:solidFill>
            <a:srgbClr val="92D050"/>
          </a:solidFill>
          <a:ln w="57150"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1DC33-C5DF-8040-34F0-D7855CDD4311}"/>
              </a:ext>
            </a:extLst>
          </p:cNvPr>
          <p:cNvSpPr/>
          <p:nvPr/>
        </p:nvSpPr>
        <p:spPr>
          <a:xfrm>
            <a:off x="564236" y="576208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PE[0,0]</a:t>
            </a:r>
          </a:p>
          <a:p>
            <a:pPr algn="ctr"/>
            <a:r>
              <a:rPr lang="en-US" sz="2400" dirty="0"/>
              <a:t>PROC[0,0]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9BBFC7-1C27-D0F2-6ACA-C24AE5C1DFAF}"/>
              </a:ext>
            </a:extLst>
          </p:cNvPr>
          <p:cNvSpPr/>
          <p:nvPr/>
        </p:nvSpPr>
        <p:spPr>
          <a:xfrm>
            <a:off x="2646736" y="576208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PE[0,1]</a:t>
            </a:r>
          </a:p>
          <a:p>
            <a:pPr algn="ctr"/>
            <a:r>
              <a:rPr lang="en-US" sz="2400" dirty="0"/>
              <a:t>STO1[0,0]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568236-8B98-E242-5865-1FFDDCD5B81E}"/>
              </a:ext>
            </a:extLst>
          </p:cNvPr>
          <p:cNvSpPr/>
          <p:nvPr/>
        </p:nvSpPr>
        <p:spPr>
          <a:xfrm>
            <a:off x="564236" y="2775565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PE[1,0]</a:t>
            </a:r>
          </a:p>
          <a:p>
            <a:pPr algn="ctr"/>
            <a:r>
              <a:rPr lang="en-US" sz="2400" dirty="0"/>
              <a:t>STO2[0,0]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E58CC9-135F-4AC3-4B03-580E8049B71B}"/>
              </a:ext>
            </a:extLst>
          </p:cNvPr>
          <p:cNvSpPr/>
          <p:nvPr/>
        </p:nvSpPr>
        <p:spPr>
          <a:xfrm>
            <a:off x="2646735" y="2775565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PE[1,1]</a:t>
            </a:r>
          </a:p>
          <a:p>
            <a:pPr algn="ctr"/>
            <a:r>
              <a:rPr lang="en-US" sz="2400" dirty="0"/>
              <a:t>STO3[0,0]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820CCB-896A-08A4-7BC5-C2E07040761B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flipH="1">
            <a:off x="2234899" y="1459011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1CD448-CC9E-1E01-50E7-38072F718276}"/>
              </a:ext>
            </a:extLst>
          </p:cNvPr>
          <p:cNvCxnSpPr>
            <a:cxnSpLocks/>
          </p:cNvCxnSpPr>
          <p:nvPr/>
        </p:nvCxnSpPr>
        <p:spPr>
          <a:xfrm flipH="1">
            <a:off x="2234898" y="3577929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0CBDE3-E782-CBBD-01FB-EDEAE024F498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V="1">
            <a:off x="1399568" y="2341813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A45C42-3153-DCBF-4005-5A7273ED0E2A}"/>
              </a:ext>
            </a:extLst>
          </p:cNvPr>
          <p:cNvCxnSpPr>
            <a:cxnSpLocks/>
          </p:cNvCxnSpPr>
          <p:nvPr/>
        </p:nvCxnSpPr>
        <p:spPr>
          <a:xfrm flipV="1">
            <a:off x="3482066" y="2341813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94CD0EC-5B7E-4BB5-62B0-972E719EEABB}"/>
              </a:ext>
            </a:extLst>
          </p:cNvPr>
          <p:cNvSpPr/>
          <p:nvPr/>
        </p:nvSpPr>
        <p:spPr>
          <a:xfrm>
            <a:off x="5012154" y="239150"/>
            <a:ext cx="4276761" cy="4566765"/>
          </a:xfrm>
          <a:prstGeom prst="roundRect">
            <a:avLst/>
          </a:prstGeom>
          <a:solidFill>
            <a:srgbClr val="92D050"/>
          </a:solidFill>
          <a:ln w="57150"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6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6C5CB91-D342-75CA-5EDC-61F1845441F3}"/>
              </a:ext>
            </a:extLst>
          </p:cNvPr>
          <p:cNvSpPr/>
          <p:nvPr/>
        </p:nvSpPr>
        <p:spPr>
          <a:xfrm>
            <a:off x="5252832" y="576207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PE[0,2]</a:t>
            </a:r>
          </a:p>
          <a:p>
            <a:pPr algn="ctr"/>
            <a:r>
              <a:rPr lang="en-US" sz="2400" dirty="0"/>
              <a:t>PROC[0,1]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07387A1-43B2-C15D-BF64-383239B41F7B}"/>
              </a:ext>
            </a:extLst>
          </p:cNvPr>
          <p:cNvSpPr/>
          <p:nvPr/>
        </p:nvSpPr>
        <p:spPr>
          <a:xfrm>
            <a:off x="7335332" y="576207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PE[0,3]</a:t>
            </a:r>
          </a:p>
          <a:p>
            <a:pPr algn="ctr"/>
            <a:r>
              <a:rPr lang="en-US" sz="2400" dirty="0"/>
              <a:t>STO1[0,1]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E43A365-E3CC-02F1-04EB-1865BC596007}"/>
              </a:ext>
            </a:extLst>
          </p:cNvPr>
          <p:cNvSpPr/>
          <p:nvPr/>
        </p:nvSpPr>
        <p:spPr>
          <a:xfrm>
            <a:off x="5252832" y="2775564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PE[1,2]</a:t>
            </a:r>
          </a:p>
          <a:p>
            <a:pPr algn="ctr"/>
            <a:r>
              <a:rPr lang="en-US" sz="2400" dirty="0"/>
              <a:t>STO2[0,1]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3D78308-06C2-13C5-6A2D-19B7911EA956}"/>
              </a:ext>
            </a:extLst>
          </p:cNvPr>
          <p:cNvSpPr/>
          <p:nvPr/>
        </p:nvSpPr>
        <p:spPr>
          <a:xfrm>
            <a:off x="7335331" y="2775564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PE[1,3]</a:t>
            </a:r>
          </a:p>
          <a:p>
            <a:pPr algn="ctr"/>
            <a:r>
              <a:rPr lang="en-US" sz="2400" dirty="0"/>
              <a:t>STO3[0,1]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B179FBD-1BE8-6932-9A77-78833C803D77}"/>
              </a:ext>
            </a:extLst>
          </p:cNvPr>
          <p:cNvCxnSpPr>
            <a:cxnSpLocks/>
            <a:stCxn id="85" idx="1"/>
            <a:endCxn id="84" idx="3"/>
          </p:cNvCxnSpPr>
          <p:nvPr/>
        </p:nvCxnSpPr>
        <p:spPr>
          <a:xfrm flipH="1">
            <a:off x="6923495" y="1459010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73425E-06CA-0A71-8899-EC961CC94D47}"/>
              </a:ext>
            </a:extLst>
          </p:cNvPr>
          <p:cNvCxnSpPr>
            <a:cxnSpLocks/>
          </p:cNvCxnSpPr>
          <p:nvPr/>
        </p:nvCxnSpPr>
        <p:spPr>
          <a:xfrm flipH="1">
            <a:off x="6923494" y="3577928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DFB71A4-06BE-E814-8D21-B3F196028101}"/>
              </a:ext>
            </a:extLst>
          </p:cNvPr>
          <p:cNvCxnSpPr>
            <a:cxnSpLocks/>
            <a:stCxn id="86" idx="0"/>
            <a:endCxn id="84" idx="2"/>
          </p:cNvCxnSpPr>
          <p:nvPr/>
        </p:nvCxnSpPr>
        <p:spPr>
          <a:xfrm flipV="1">
            <a:off x="6088164" y="2341812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65FDAA-34FE-DC35-B7D8-FD77E721E283}"/>
              </a:ext>
            </a:extLst>
          </p:cNvPr>
          <p:cNvCxnSpPr>
            <a:cxnSpLocks/>
          </p:cNvCxnSpPr>
          <p:nvPr/>
        </p:nvCxnSpPr>
        <p:spPr>
          <a:xfrm flipV="1">
            <a:off x="8170662" y="2341812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036CBD8-7E5E-F945-3C43-76AA819AE149}"/>
              </a:ext>
            </a:extLst>
          </p:cNvPr>
          <p:cNvSpPr/>
          <p:nvPr/>
        </p:nvSpPr>
        <p:spPr>
          <a:xfrm>
            <a:off x="392031" y="5239666"/>
            <a:ext cx="4276761" cy="4566765"/>
          </a:xfrm>
          <a:prstGeom prst="roundRect">
            <a:avLst/>
          </a:prstGeom>
          <a:solidFill>
            <a:srgbClr val="92D050"/>
          </a:solidFill>
          <a:ln w="57150"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6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522D8EC-F2B8-219B-263F-9CCD58B7ED82}"/>
              </a:ext>
            </a:extLst>
          </p:cNvPr>
          <p:cNvSpPr/>
          <p:nvPr/>
        </p:nvSpPr>
        <p:spPr>
          <a:xfrm>
            <a:off x="632709" y="5576723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PE[2,0]</a:t>
            </a:r>
          </a:p>
          <a:p>
            <a:pPr algn="ctr"/>
            <a:r>
              <a:rPr lang="en-US" sz="2400" dirty="0"/>
              <a:t>PROC[1,0]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D276596-8A7E-7CED-1E21-AD1022E66E0D}"/>
              </a:ext>
            </a:extLst>
          </p:cNvPr>
          <p:cNvSpPr/>
          <p:nvPr/>
        </p:nvSpPr>
        <p:spPr>
          <a:xfrm>
            <a:off x="2715209" y="5576723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PE[2,1]</a:t>
            </a:r>
          </a:p>
          <a:p>
            <a:pPr algn="ctr"/>
            <a:r>
              <a:rPr lang="en-US" sz="2400" dirty="0"/>
              <a:t>STO1[1,0]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16F698-7936-051D-B022-F9337C054EBD}"/>
              </a:ext>
            </a:extLst>
          </p:cNvPr>
          <p:cNvSpPr/>
          <p:nvPr/>
        </p:nvSpPr>
        <p:spPr>
          <a:xfrm>
            <a:off x="632709" y="7776080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PE[3,0]</a:t>
            </a:r>
          </a:p>
          <a:p>
            <a:pPr algn="ctr"/>
            <a:r>
              <a:rPr lang="en-US" sz="2400" dirty="0"/>
              <a:t>STO2[1,0]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2222EF7-933B-A145-4B00-F59655FCB642}"/>
              </a:ext>
            </a:extLst>
          </p:cNvPr>
          <p:cNvSpPr/>
          <p:nvPr/>
        </p:nvSpPr>
        <p:spPr>
          <a:xfrm>
            <a:off x="2715208" y="7776080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PE[3,1]</a:t>
            </a:r>
          </a:p>
          <a:p>
            <a:pPr algn="ctr"/>
            <a:r>
              <a:rPr lang="en-US" sz="2400" dirty="0"/>
              <a:t>STO3[1,0]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BBC2CE6-3BAB-98A9-56FE-39B84F79F718}"/>
              </a:ext>
            </a:extLst>
          </p:cNvPr>
          <p:cNvCxnSpPr>
            <a:cxnSpLocks/>
            <a:stCxn id="95" idx="1"/>
            <a:endCxn id="94" idx="3"/>
          </p:cNvCxnSpPr>
          <p:nvPr/>
        </p:nvCxnSpPr>
        <p:spPr>
          <a:xfrm flipH="1">
            <a:off x="2303372" y="6459526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B0FB4DC-65B6-14AD-6B1F-C8D6B76C4D74}"/>
              </a:ext>
            </a:extLst>
          </p:cNvPr>
          <p:cNvCxnSpPr>
            <a:cxnSpLocks/>
          </p:cNvCxnSpPr>
          <p:nvPr/>
        </p:nvCxnSpPr>
        <p:spPr>
          <a:xfrm flipH="1">
            <a:off x="2303371" y="8578444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259C1BA-35CA-32A2-B946-05993ED3D553}"/>
              </a:ext>
            </a:extLst>
          </p:cNvPr>
          <p:cNvCxnSpPr>
            <a:cxnSpLocks/>
            <a:stCxn id="96" idx="0"/>
            <a:endCxn id="94" idx="2"/>
          </p:cNvCxnSpPr>
          <p:nvPr/>
        </p:nvCxnSpPr>
        <p:spPr>
          <a:xfrm flipV="1">
            <a:off x="1468041" y="7342328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AD62C1A-A1DC-5A2B-8DDD-83981C439516}"/>
              </a:ext>
            </a:extLst>
          </p:cNvPr>
          <p:cNvCxnSpPr>
            <a:cxnSpLocks/>
          </p:cNvCxnSpPr>
          <p:nvPr/>
        </p:nvCxnSpPr>
        <p:spPr>
          <a:xfrm flipV="1">
            <a:off x="3550539" y="7342328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491CA68A-8B5C-5D23-717C-D5DF8BD9184F}"/>
              </a:ext>
            </a:extLst>
          </p:cNvPr>
          <p:cNvSpPr/>
          <p:nvPr/>
        </p:nvSpPr>
        <p:spPr>
          <a:xfrm>
            <a:off x="5080627" y="5239665"/>
            <a:ext cx="4276761" cy="4566765"/>
          </a:xfrm>
          <a:prstGeom prst="roundRect">
            <a:avLst/>
          </a:prstGeom>
          <a:solidFill>
            <a:srgbClr val="92D050"/>
          </a:solidFill>
          <a:ln w="57150"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6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793896C-3AE1-F5AF-B1D3-EEAE51235DDB}"/>
              </a:ext>
            </a:extLst>
          </p:cNvPr>
          <p:cNvSpPr/>
          <p:nvPr/>
        </p:nvSpPr>
        <p:spPr>
          <a:xfrm>
            <a:off x="5321305" y="5576722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PE[2,2]</a:t>
            </a:r>
          </a:p>
          <a:p>
            <a:pPr algn="ctr"/>
            <a:r>
              <a:rPr lang="en-US" sz="2400" dirty="0"/>
              <a:t>PROC[1,1]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B3E916A-4C08-F5B7-D6E5-EFEFECAB43DA}"/>
              </a:ext>
            </a:extLst>
          </p:cNvPr>
          <p:cNvSpPr/>
          <p:nvPr/>
        </p:nvSpPr>
        <p:spPr>
          <a:xfrm>
            <a:off x="7403805" y="5576722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PE[2,3]</a:t>
            </a:r>
          </a:p>
          <a:p>
            <a:pPr algn="ctr"/>
            <a:r>
              <a:rPr lang="en-US" sz="2400" dirty="0"/>
              <a:t>STO1[1,1]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036C917-FA59-3503-593B-FB97A7C62665}"/>
              </a:ext>
            </a:extLst>
          </p:cNvPr>
          <p:cNvSpPr/>
          <p:nvPr/>
        </p:nvSpPr>
        <p:spPr>
          <a:xfrm>
            <a:off x="5321305" y="7776079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PE[3,2]</a:t>
            </a:r>
          </a:p>
          <a:p>
            <a:pPr algn="ctr"/>
            <a:r>
              <a:rPr lang="en-US" sz="2400" dirty="0"/>
              <a:t>STO2[1,1]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474FF2B-F136-6BC2-905B-7E5FF8D01F96}"/>
              </a:ext>
            </a:extLst>
          </p:cNvPr>
          <p:cNvSpPr/>
          <p:nvPr/>
        </p:nvSpPr>
        <p:spPr>
          <a:xfrm>
            <a:off x="7403804" y="7776079"/>
            <a:ext cx="1670664" cy="17656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PE[3,3]</a:t>
            </a:r>
          </a:p>
          <a:p>
            <a:pPr algn="ctr"/>
            <a:r>
              <a:rPr lang="en-US" sz="2400" dirty="0"/>
              <a:t>STO3[1,1]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FDD0E44-00F7-F311-F566-5BC160F11270}"/>
              </a:ext>
            </a:extLst>
          </p:cNvPr>
          <p:cNvCxnSpPr>
            <a:cxnSpLocks/>
            <a:stCxn id="105" idx="1"/>
            <a:endCxn id="104" idx="3"/>
          </p:cNvCxnSpPr>
          <p:nvPr/>
        </p:nvCxnSpPr>
        <p:spPr>
          <a:xfrm flipH="1">
            <a:off x="6991968" y="6459525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71FA4E6-7E39-732E-FBF2-FAAA20182F27}"/>
              </a:ext>
            </a:extLst>
          </p:cNvPr>
          <p:cNvCxnSpPr>
            <a:cxnSpLocks/>
          </p:cNvCxnSpPr>
          <p:nvPr/>
        </p:nvCxnSpPr>
        <p:spPr>
          <a:xfrm flipH="1">
            <a:off x="6991967" y="8578443"/>
            <a:ext cx="411836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1F3A2A5-9747-C85E-38B7-0E4A33920111}"/>
              </a:ext>
            </a:extLst>
          </p:cNvPr>
          <p:cNvCxnSpPr>
            <a:cxnSpLocks/>
            <a:stCxn id="106" idx="0"/>
            <a:endCxn id="104" idx="2"/>
          </p:cNvCxnSpPr>
          <p:nvPr/>
        </p:nvCxnSpPr>
        <p:spPr>
          <a:xfrm flipV="1">
            <a:off x="6156637" y="7342327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8FB1ED0-E6F6-412C-E843-D1107A5E2AD6}"/>
              </a:ext>
            </a:extLst>
          </p:cNvPr>
          <p:cNvCxnSpPr>
            <a:cxnSpLocks/>
          </p:cNvCxnSpPr>
          <p:nvPr/>
        </p:nvCxnSpPr>
        <p:spPr>
          <a:xfrm flipV="1">
            <a:off x="8239135" y="7342327"/>
            <a:ext cx="0" cy="4337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10D9676-E3FB-6686-32F9-FC0B6FD5F35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4317400" y="1459010"/>
            <a:ext cx="969145" cy="1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F3F8EBE-5965-891E-DA0E-B37CF8FA979E}"/>
              </a:ext>
            </a:extLst>
          </p:cNvPr>
          <p:cNvCxnSpPr>
            <a:cxnSpLocks/>
          </p:cNvCxnSpPr>
          <p:nvPr/>
        </p:nvCxnSpPr>
        <p:spPr>
          <a:xfrm flipH="1">
            <a:off x="4352160" y="3658366"/>
            <a:ext cx="969145" cy="1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AE578F4-5ACA-28B8-AFBA-17075A57751D}"/>
              </a:ext>
            </a:extLst>
          </p:cNvPr>
          <p:cNvCxnSpPr>
            <a:cxnSpLocks/>
          </p:cNvCxnSpPr>
          <p:nvPr/>
        </p:nvCxnSpPr>
        <p:spPr>
          <a:xfrm flipH="1">
            <a:off x="4385872" y="6507871"/>
            <a:ext cx="969145" cy="1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5705B93-01F3-839E-7F93-BE4161ED5C55}"/>
              </a:ext>
            </a:extLst>
          </p:cNvPr>
          <p:cNvCxnSpPr>
            <a:cxnSpLocks/>
          </p:cNvCxnSpPr>
          <p:nvPr/>
        </p:nvCxnSpPr>
        <p:spPr>
          <a:xfrm flipH="1">
            <a:off x="4352160" y="8574378"/>
            <a:ext cx="969145" cy="1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5D8FD37-9008-109E-C7BB-9F3F24614B54}"/>
              </a:ext>
            </a:extLst>
          </p:cNvPr>
          <p:cNvCxnSpPr>
            <a:cxnSpLocks/>
          </p:cNvCxnSpPr>
          <p:nvPr/>
        </p:nvCxnSpPr>
        <p:spPr>
          <a:xfrm flipV="1">
            <a:off x="1448637" y="4541170"/>
            <a:ext cx="0" cy="10355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C559E0B-61DF-0C7D-AF07-3B85699A4E76}"/>
              </a:ext>
            </a:extLst>
          </p:cNvPr>
          <p:cNvCxnSpPr>
            <a:cxnSpLocks/>
          </p:cNvCxnSpPr>
          <p:nvPr/>
        </p:nvCxnSpPr>
        <p:spPr>
          <a:xfrm flipV="1">
            <a:off x="3479386" y="4541170"/>
            <a:ext cx="0" cy="10355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CF8552B-059A-DE57-8557-5DFA2A1D472F}"/>
              </a:ext>
            </a:extLst>
          </p:cNvPr>
          <p:cNvCxnSpPr>
            <a:cxnSpLocks/>
          </p:cNvCxnSpPr>
          <p:nvPr/>
        </p:nvCxnSpPr>
        <p:spPr>
          <a:xfrm flipV="1">
            <a:off x="6088164" y="4541170"/>
            <a:ext cx="0" cy="10355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19F4468-F314-B83A-9134-A3505DDD16C9}"/>
              </a:ext>
            </a:extLst>
          </p:cNvPr>
          <p:cNvCxnSpPr>
            <a:cxnSpLocks/>
          </p:cNvCxnSpPr>
          <p:nvPr/>
        </p:nvCxnSpPr>
        <p:spPr>
          <a:xfrm flipV="1">
            <a:off x="8165170" y="4541170"/>
            <a:ext cx="0" cy="103555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BC5B04B-545C-154B-187A-B1E9E6911C15}"/>
              </a:ext>
            </a:extLst>
          </p:cNvPr>
          <p:cNvSpPr txBox="1"/>
          <p:nvPr/>
        </p:nvSpPr>
        <p:spPr>
          <a:xfrm>
            <a:off x="9529593" y="930970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D9D21B2-8A88-3850-1175-E19C4E695B7E}"/>
              </a:ext>
            </a:extLst>
          </p:cNvPr>
          <p:cNvSpPr txBox="1"/>
          <p:nvPr/>
        </p:nvSpPr>
        <p:spPr>
          <a:xfrm>
            <a:off x="9505915" y="3162429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02E8FE2-F24C-4F7F-1703-11BDEA71FDB3}"/>
              </a:ext>
            </a:extLst>
          </p:cNvPr>
          <p:cNvSpPr txBox="1"/>
          <p:nvPr/>
        </p:nvSpPr>
        <p:spPr>
          <a:xfrm>
            <a:off x="9486305" y="5938731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0AFC601-93AE-F157-C67D-2F3B95F4886F}"/>
              </a:ext>
            </a:extLst>
          </p:cNvPr>
          <p:cNvSpPr txBox="1"/>
          <p:nvPr/>
        </p:nvSpPr>
        <p:spPr>
          <a:xfrm>
            <a:off x="9525500" y="8158879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D0E86FF-2275-F57B-5713-C41F6EF722E4}"/>
              </a:ext>
            </a:extLst>
          </p:cNvPr>
          <p:cNvSpPr txBox="1"/>
          <p:nvPr/>
        </p:nvSpPr>
        <p:spPr>
          <a:xfrm>
            <a:off x="1124036" y="9621665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73C0002-C32C-9F82-0699-C2969102465C}"/>
              </a:ext>
            </a:extLst>
          </p:cNvPr>
          <p:cNvSpPr txBox="1"/>
          <p:nvPr/>
        </p:nvSpPr>
        <p:spPr>
          <a:xfrm>
            <a:off x="3069280" y="9621665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DB75665-90BA-E62A-F4D8-A738E1B4AFED}"/>
              </a:ext>
            </a:extLst>
          </p:cNvPr>
          <p:cNvSpPr txBox="1"/>
          <p:nvPr/>
        </p:nvSpPr>
        <p:spPr>
          <a:xfrm>
            <a:off x="5812632" y="9559937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F71420-45AA-301D-EB26-B05FDCF10EEF}"/>
              </a:ext>
            </a:extLst>
          </p:cNvPr>
          <p:cNvSpPr txBox="1"/>
          <p:nvPr/>
        </p:nvSpPr>
        <p:spPr>
          <a:xfrm>
            <a:off x="7895130" y="9578825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73687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112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Lewandowski</dc:creator>
  <cp:lastModifiedBy>Maciej Lewandowski</cp:lastModifiedBy>
  <cp:revision>3</cp:revision>
  <dcterms:created xsi:type="dcterms:W3CDTF">2025-06-22T22:14:04Z</dcterms:created>
  <dcterms:modified xsi:type="dcterms:W3CDTF">2025-06-22T22:43:07Z</dcterms:modified>
</cp:coreProperties>
</file>