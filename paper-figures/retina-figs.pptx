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sldIdLst>
    <p:sldId id="256" r:id="rId2"/>
    <p:sldId id="257" r:id="rId3"/>
    <p:sldId id="259" r:id="rId4"/>
  </p:sldIdLst>
  <p:sldSz cx="1600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5DA"/>
    <a:srgbClr val="2526DA"/>
    <a:srgbClr val="DA7E25"/>
    <a:srgbClr val="25DA7E"/>
    <a:srgbClr val="7E25DA"/>
    <a:srgbClr val="4CAD29"/>
    <a:srgbClr val="920692"/>
    <a:srgbClr val="EF915F"/>
    <a:srgbClr val="FBE3D6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6" autoAdjust="0"/>
  </p:normalViewPr>
  <p:slideViewPr>
    <p:cSldViewPr snapToGrid="0">
      <p:cViewPr varScale="1">
        <p:scale>
          <a:sx n="124" d="100"/>
          <a:sy n="124" d="100"/>
        </p:scale>
        <p:origin x="8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71C0-221A-49E8-B430-16ED9E6AC47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720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CD2D4-8657-4323-87EC-E08703E72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6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CD2D4-8657-4323-87EC-E08703E72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87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CCBE-37A2-8FB5-9B54-E1AC260A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F0741-AFEC-E243-C3BB-0C41C0A29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2E1E8-55C5-A3AF-8BF8-B37EFF7F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B083D-23FC-02C0-984B-387A588F8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CD2D4-8657-4323-87EC-E08703E72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7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69920-DABD-CACC-4FCC-ACF035EA0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CCE6C-7D1B-95A7-1D7D-F461C6A6B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944A5-9D19-9186-9F1D-CA761F31F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0230E-246B-4EAF-EC7B-C7AE9EB19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CD2D4-8657-4323-87EC-E08703E726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6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250" y="1122363"/>
            <a:ext cx="12001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50" y="3602038"/>
            <a:ext cx="12001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1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4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803" y="1709739"/>
            <a:ext cx="138017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803" y="4589464"/>
            <a:ext cx="138017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4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0138" y="1825625"/>
            <a:ext cx="68008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1013" y="1825625"/>
            <a:ext cx="68008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222" y="365126"/>
            <a:ext cx="138017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23" y="1681163"/>
            <a:ext cx="676959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23" y="2505075"/>
            <a:ext cx="676959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01013" y="1681163"/>
            <a:ext cx="680293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01013" y="2505075"/>
            <a:ext cx="680293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6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1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222" y="457200"/>
            <a:ext cx="51610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2934" y="987426"/>
            <a:ext cx="81010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222" y="2057400"/>
            <a:ext cx="51610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222" y="457200"/>
            <a:ext cx="51610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2934" y="987426"/>
            <a:ext cx="81010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222" y="2057400"/>
            <a:ext cx="51610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4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83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451431" y="365125"/>
            <a:ext cx="345043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0137" y="365125"/>
            <a:ext cx="101512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4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0138" y="365126"/>
            <a:ext cx="138017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0138" y="1825625"/>
            <a:ext cx="13801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0138" y="6356351"/>
            <a:ext cx="3600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FD2A9-3325-4BA5-BA70-B62EDFFF97D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00663" y="6356351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1413" y="6356351"/>
            <a:ext cx="3600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3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microsoft.com/office/2007/relationships/hdphoto" Target="../media/hdphoto1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5.wmf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336">
            <a:extLst>
              <a:ext uri="{FF2B5EF4-FFF2-40B4-BE49-F238E27FC236}">
                <a16:creationId xmlns:a16="http://schemas.microsoft.com/office/drawing/2014/main" id="{72649203-E47A-5C9E-B3AD-9823ECCA23E6}"/>
              </a:ext>
            </a:extLst>
          </p:cNvPr>
          <p:cNvSpPr/>
          <p:nvPr/>
        </p:nvSpPr>
        <p:spPr>
          <a:xfrm>
            <a:off x="4070645" y="3212931"/>
            <a:ext cx="3206115" cy="3303270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933D602F-2C18-DB05-1976-8571C5A6E484}"/>
              </a:ext>
            </a:extLst>
          </p:cNvPr>
          <p:cNvSpPr/>
          <p:nvPr/>
        </p:nvSpPr>
        <p:spPr>
          <a:xfrm>
            <a:off x="7369706" y="3204885"/>
            <a:ext cx="3303270" cy="3303270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37A3053-465E-561B-2CF9-F1DAB88CA9A1}"/>
              </a:ext>
            </a:extLst>
          </p:cNvPr>
          <p:cNvSpPr/>
          <p:nvPr/>
        </p:nvSpPr>
        <p:spPr>
          <a:xfrm>
            <a:off x="7369706" y="-128627"/>
            <a:ext cx="3303270" cy="3206115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5845679B-6BEC-7857-1C4D-3FE6269758BE}"/>
              </a:ext>
            </a:extLst>
          </p:cNvPr>
          <p:cNvSpPr/>
          <p:nvPr/>
        </p:nvSpPr>
        <p:spPr>
          <a:xfrm>
            <a:off x="4072748" y="-128628"/>
            <a:ext cx="3206115" cy="3206115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EE56EF-5894-86E0-9795-9B4029154AAE}"/>
              </a:ext>
            </a:extLst>
          </p:cNvPr>
          <p:cNvGrpSpPr/>
          <p:nvPr/>
        </p:nvGrpSpPr>
        <p:grpSpPr>
          <a:xfrm>
            <a:off x="4151242" y="-47331"/>
            <a:ext cx="1237346" cy="1222772"/>
            <a:chOff x="1295400" y="590550"/>
            <a:chExt cx="1164561" cy="115084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F5A9E2-4116-2961-3F51-2C8E00657C77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A04542-D415-79C9-B16A-D8847EA2D329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F7D5CD-5421-28C0-9A06-77AC2893E403}"/>
                </a:ext>
              </a:extLst>
            </p:cNvPr>
            <p:cNvSpPr txBox="1"/>
            <p:nvPr/>
          </p:nvSpPr>
          <p:spPr>
            <a:xfrm>
              <a:off x="1319559" y="1162050"/>
              <a:ext cx="1140402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PROC[0,0]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536DB0-B3B3-D5CD-0E0C-F9F1EA39AC5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365680" y="559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10057C-0DB8-CD34-ADAC-1762AEAF83AD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782750" y="1175441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ECDBF0F-6221-EEEB-BFAC-5A826D361FE5}"/>
              </a:ext>
            </a:extLst>
          </p:cNvPr>
          <p:cNvGrpSpPr/>
          <p:nvPr/>
        </p:nvGrpSpPr>
        <p:grpSpPr>
          <a:xfrm>
            <a:off x="5851456" y="-47331"/>
            <a:ext cx="1214437" cy="1222772"/>
            <a:chOff x="1295400" y="590550"/>
            <a:chExt cx="1143000" cy="1150844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A86E550-9E03-9F31-D063-E857D0836000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93DEEA22-FA74-22FB-35C1-594DA2D4CCFD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9B92C5F-59FE-A9FB-8952-997C25A5AFB2}"/>
                </a:ext>
              </a:extLst>
            </p:cNvPr>
            <p:cNvSpPr txBox="1"/>
            <p:nvPr/>
          </p:nvSpPr>
          <p:spPr>
            <a:xfrm>
              <a:off x="1352780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STO1[0,0]</a:t>
              </a:r>
            </a:p>
          </p:txBody>
        </p:sp>
      </p:grp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3D56839-B6F2-E486-F948-D605F720F2B8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065893" y="559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57DD3AAB-EF0F-DE1E-1A87-1EF4776F7EC1}"/>
              </a:ext>
            </a:extLst>
          </p:cNvPr>
          <p:cNvCxnSpPr>
            <a:cxnSpLocks/>
            <a:stCxn id="182" idx="2"/>
          </p:cNvCxnSpPr>
          <p:nvPr/>
        </p:nvCxnSpPr>
        <p:spPr>
          <a:xfrm>
            <a:off x="6482962" y="1175441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F7D34375-42CD-BF6E-E5B7-42762973ACAC}"/>
              </a:ext>
            </a:extLst>
          </p:cNvPr>
          <p:cNvGrpSpPr/>
          <p:nvPr/>
        </p:nvGrpSpPr>
        <p:grpSpPr>
          <a:xfrm>
            <a:off x="7562462" y="-47331"/>
            <a:ext cx="1237345" cy="1222772"/>
            <a:chOff x="1295400" y="590550"/>
            <a:chExt cx="1164560" cy="1150844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2D2337E-919A-F278-8FCA-6B072ABEFEDE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D3985736-37ED-025F-8AEF-5A46D52F33D7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64CB7BAC-882F-8D6A-3A77-89E08B98058D}"/>
                </a:ext>
              </a:extLst>
            </p:cNvPr>
            <p:cNvSpPr txBox="1"/>
            <p:nvPr/>
          </p:nvSpPr>
          <p:spPr>
            <a:xfrm>
              <a:off x="1319558" y="1162050"/>
              <a:ext cx="1140402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PROC[0,1]</a:t>
              </a:r>
            </a:p>
          </p:txBody>
        </p:sp>
      </p:grp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C878A5D8-5292-6B90-ADD0-F8A76D8B7CAF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8776900" y="559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78C849E8-B1ED-58C9-373A-C5FFF83D71A8}"/>
              </a:ext>
            </a:extLst>
          </p:cNvPr>
          <p:cNvCxnSpPr>
            <a:cxnSpLocks/>
            <a:stCxn id="203" idx="2"/>
          </p:cNvCxnSpPr>
          <p:nvPr/>
        </p:nvCxnSpPr>
        <p:spPr>
          <a:xfrm>
            <a:off x="8193968" y="1175441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DCE2068-217B-92F4-5C9E-D0DC8D1D85CB}"/>
              </a:ext>
            </a:extLst>
          </p:cNvPr>
          <p:cNvGrpSpPr/>
          <p:nvPr/>
        </p:nvGrpSpPr>
        <p:grpSpPr>
          <a:xfrm>
            <a:off x="9262675" y="-47331"/>
            <a:ext cx="1214437" cy="1222772"/>
            <a:chOff x="1295400" y="590550"/>
            <a:chExt cx="1143000" cy="1150844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C7860C0-C6A9-72F3-53E5-B41C6799BC0F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933FE2F4-1A9A-CF5C-965F-B8584509F89C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D3CEADF-1318-C9FC-84AF-F9CA53C88739}"/>
                </a:ext>
              </a:extLst>
            </p:cNvPr>
            <p:cNvSpPr txBox="1"/>
            <p:nvPr/>
          </p:nvSpPr>
          <p:spPr>
            <a:xfrm>
              <a:off x="1352779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STO1[0,1]</a:t>
              </a:r>
            </a:p>
          </p:txBody>
        </p:sp>
      </p:grp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7DBEE854-5E90-FA31-8336-1AF9DDA82022}"/>
              </a:ext>
            </a:extLst>
          </p:cNvPr>
          <p:cNvCxnSpPr>
            <a:cxnSpLocks/>
            <a:stCxn id="208" idx="3"/>
          </p:cNvCxnSpPr>
          <p:nvPr/>
        </p:nvCxnSpPr>
        <p:spPr>
          <a:xfrm>
            <a:off x="10477113" y="559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7B95677-5ECA-BB57-88F7-C4691648E55D}"/>
              </a:ext>
            </a:extLst>
          </p:cNvPr>
          <p:cNvCxnSpPr>
            <a:cxnSpLocks/>
            <a:stCxn id="210" idx="2"/>
          </p:cNvCxnSpPr>
          <p:nvPr/>
        </p:nvCxnSpPr>
        <p:spPr>
          <a:xfrm>
            <a:off x="9894181" y="1175441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CFAD9EE3-B223-B9B7-D778-9BE5251DDF1B}"/>
              </a:ext>
            </a:extLst>
          </p:cNvPr>
          <p:cNvGrpSpPr/>
          <p:nvPr/>
        </p:nvGrpSpPr>
        <p:grpSpPr>
          <a:xfrm>
            <a:off x="4145846" y="1674472"/>
            <a:ext cx="1214437" cy="1222772"/>
            <a:chOff x="1295400" y="590550"/>
            <a:chExt cx="1143000" cy="1150844"/>
          </a:xfrm>
        </p:grpSpPr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7451367-1752-1D25-E7A1-B563E3C2E916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87D92546-0D99-F593-1671-5E3F6FFE3BBC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DF9540C4-4152-CDD0-7DBC-991FC62F1E43}"/>
                </a:ext>
              </a:extLst>
            </p:cNvPr>
            <p:cNvSpPr txBox="1"/>
            <p:nvPr/>
          </p:nvSpPr>
          <p:spPr>
            <a:xfrm>
              <a:off x="1352780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STO2[0,0]</a:t>
              </a:r>
            </a:p>
          </p:txBody>
        </p:sp>
      </p:grp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C4CB644C-1A0F-A392-E479-CCADC21D1E9D}"/>
              </a:ext>
            </a:extLst>
          </p:cNvPr>
          <p:cNvCxnSpPr>
            <a:cxnSpLocks/>
            <a:stCxn id="242" idx="3"/>
          </p:cNvCxnSpPr>
          <p:nvPr/>
        </p:nvCxnSpPr>
        <p:spPr>
          <a:xfrm>
            <a:off x="5360283" y="2281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01A0D8F6-3D1C-A1B0-80EE-5D27F77E88DE}"/>
              </a:ext>
            </a:extLst>
          </p:cNvPr>
          <p:cNvCxnSpPr>
            <a:cxnSpLocks/>
            <a:stCxn id="244" idx="2"/>
          </p:cNvCxnSpPr>
          <p:nvPr/>
        </p:nvCxnSpPr>
        <p:spPr>
          <a:xfrm>
            <a:off x="4777352" y="2897244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5254717-1441-2228-5F93-8A2B1B30A8C4}"/>
              </a:ext>
            </a:extLst>
          </p:cNvPr>
          <p:cNvGrpSpPr/>
          <p:nvPr/>
        </p:nvGrpSpPr>
        <p:grpSpPr>
          <a:xfrm>
            <a:off x="5846058" y="1674472"/>
            <a:ext cx="1214437" cy="1222772"/>
            <a:chOff x="1295400" y="590550"/>
            <a:chExt cx="1143000" cy="1150844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2CD1083-2244-F167-D2FC-A78CD5053463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8A858AFB-A03E-B45C-9C34-7420A2C30D8E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72137D3-DFD0-2EB2-7650-8622CA5D62EC}"/>
                </a:ext>
              </a:extLst>
            </p:cNvPr>
            <p:cNvSpPr txBox="1"/>
            <p:nvPr/>
          </p:nvSpPr>
          <p:spPr>
            <a:xfrm>
              <a:off x="1352780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STO3[0,0]</a:t>
              </a:r>
            </a:p>
          </p:txBody>
        </p:sp>
      </p:grp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B19F4686-81B5-B0BC-94C0-3CE2B0DAC846}"/>
              </a:ext>
            </a:extLst>
          </p:cNvPr>
          <p:cNvCxnSpPr>
            <a:cxnSpLocks/>
            <a:stCxn id="249" idx="3"/>
          </p:cNvCxnSpPr>
          <p:nvPr/>
        </p:nvCxnSpPr>
        <p:spPr>
          <a:xfrm>
            <a:off x="7060495" y="2281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A103A5BF-6D61-EEF7-4456-0D2E9F021999}"/>
              </a:ext>
            </a:extLst>
          </p:cNvPr>
          <p:cNvCxnSpPr>
            <a:cxnSpLocks/>
            <a:stCxn id="251" idx="2"/>
          </p:cNvCxnSpPr>
          <p:nvPr/>
        </p:nvCxnSpPr>
        <p:spPr>
          <a:xfrm>
            <a:off x="6477564" y="2897244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6E37440-2B0F-F97D-D998-11EA78D96C35}"/>
              </a:ext>
            </a:extLst>
          </p:cNvPr>
          <p:cNvGrpSpPr/>
          <p:nvPr/>
        </p:nvGrpSpPr>
        <p:grpSpPr>
          <a:xfrm>
            <a:off x="7557065" y="1674472"/>
            <a:ext cx="1214437" cy="1222772"/>
            <a:chOff x="1295400" y="590550"/>
            <a:chExt cx="1143000" cy="1150844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F7EE6DFE-1DAF-D93B-593F-C622CA5CB044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BE94FAE1-E7AF-AF9E-6BD0-E5DC11FA805A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0E755F90-10A1-B3FD-5023-B9A3EC1D8F9D}"/>
                </a:ext>
              </a:extLst>
            </p:cNvPr>
            <p:cNvSpPr txBox="1"/>
            <p:nvPr/>
          </p:nvSpPr>
          <p:spPr>
            <a:xfrm>
              <a:off x="1352779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STO2[0,1]</a:t>
              </a:r>
            </a:p>
          </p:txBody>
        </p:sp>
      </p:grp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C1D0AFE6-78A5-4BBA-216F-85E8B7A3971F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8771503" y="2281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5AA29B0B-F2B1-7241-51AF-B1F82E4FDFB0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8188571" y="2897244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73BC328-4999-FE79-151D-1E167D51B1ED}"/>
              </a:ext>
            </a:extLst>
          </p:cNvPr>
          <p:cNvGrpSpPr/>
          <p:nvPr/>
        </p:nvGrpSpPr>
        <p:grpSpPr>
          <a:xfrm>
            <a:off x="9257278" y="1674472"/>
            <a:ext cx="1214437" cy="1222772"/>
            <a:chOff x="1295400" y="590550"/>
            <a:chExt cx="1143000" cy="1150844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B1232398-D104-CC7E-04B8-5FCD648A6743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9AC4B026-7527-66D1-E00B-FEB3C96E567D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25C8D00-D942-D2CF-0690-32452F627B1B}"/>
                </a:ext>
              </a:extLst>
            </p:cNvPr>
            <p:cNvSpPr txBox="1"/>
            <p:nvPr/>
          </p:nvSpPr>
          <p:spPr>
            <a:xfrm>
              <a:off x="1352779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STO3[0,1]</a:t>
              </a:r>
            </a:p>
          </p:txBody>
        </p:sp>
      </p:grp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F5FC8DD5-B38D-FDEA-25A9-5BD18C6CD5F3}"/>
              </a:ext>
            </a:extLst>
          </p:cNvPr>
          <p:cNvCxnSpPr>
            <a:cxnSpLocks/>
            <a:stCxn id="263" idx="3"/>
          </p:cNvCxnSpPr>
          <p:nvPr/>
        </p:nvCxnSpPr>
        <p:spPr>
          <a:xfrm>
            <a:off x="10471715" y="2281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79B0847F-0CED-7B1D-8F96-973EF8818796}"/>
              </a:ext>
            </a:extLst>
          </p:cNvPr>
          <p:cNvCxnSpPr>
            <a:cxnSpLocks/>
            <a:stCxn id="265" idx="2"/>
          </p:cNvCxnSpPr>
          <p:nvPr/>
        </p:nvCxnSpPr>
        <p:spPr>
          <a:xfrm>
            <a:off x="9888783" y="2897244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8566403-C5FC-D34F-3B47-77092C7759EC}"/>
              </a:ext>
            </a:extLst>
          </p:cNvPr>
          <p:cNvGrpSpPr/>
          <p:nvPr/>
        </p:nvGrpSpPr>
        <p:grpSpPr>
          <a:xfrm>
            <a:off x="4143632" y="3394380"/>
            <a:ext cx="1237345" cy="1222772"/>
            <a:chOff x="1295400" y="590550"/>
            <a:chExt cx="1164560" cy="1150844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DF0C0987-DF4A-8FA1-8AB5-2A40C05A0F3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92C762D6-A370-4B05-FC7C-AB4D47F5D25B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1C20520-847C-30D5-3947-C29FE97FAF2B}"/>
                </a:ext>
              </a:extLst>
            </p:cNvPr>
            <p:cNvSpPr txBox="1"/>
            <p:nvPr/>
          </p:nvSpPr>
          <p:spPr>
            <a:xfrm>
              <a:off x="1319558" y="1162050"/>
              <a:ext cx="1140402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PROC[1,0]</a:t>
              </a:r>
            </a:p>
          </p:txBody>
        </p:sp>
      </p:grp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BE8CCFF4-9DA0-CC6E-5BCA-BD972BECE250}"/>
              </a:ext>
            </a:extLst>
          </p:cNvPr>
          <p:cNvCxnSpPr>
            <a:cxnSpLocks/>
            <a:stCxn id="270" idx="3"/>
          </p:cNvCxnSpPr>
          <p:nvPr/>
        </p:nvCxnSpPr>
        <p:spPr>
          <a:xfrm>
            <a:off x="5358071" y="4001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731EF509-5F86-7EF5-043F-6C22BCAF41FC}"/>
              </a:ext>
            </a:extLst>
          </p:cNvPr>
          <p:cNvCxnSpPr>
            <a:cxnSpLocks/>
            <a:stCxn id="272" idx="2"/>
          </p:cNvCxnSpPr>
          <p:nvPr/>
        </p:nvCxnSpPr>
        <p:spPr>
          <a:xfrm>
            <a:off x="4775138" y="4617152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94B5EB8-649E-E14A-16BF-A60C6569C1C6}"/>
              </a:ext>
            </a:extLst>
          </p:cNvPr>
          <p:cNvGrpSpPr/>
          <p:nvPr/>
        </p:nvGrpSpPr>
        <p:grpSpPr>
          <a:xfrm>
            <a:off x="5843846" y="3394380"/>
            <a:ext cx="1214437" cy="1222772"/>
            <a:chOff x="1295400" y="590550"/>
            <a:chExt cx="1143000" cy="1150844"/>
          </a:xfrm>
        </p:grpSpPr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47D72872-FC5E-2261-E422-2FB0B6910AF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AA1D84B9-D68A-AE8E-4B66-F7481674B5EC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6862D55B-74D6-5B3B-CB91-786DD444985C}"/>
                </a:ext>
              </a:extLst>
            </p:cNvPr>
            <p:cNvSpPr txBox="1"/>
            <p:nvPr/>
          </p:nvSpPr>
          <p:spPr>
            <a:xfrm>
              <a:off x="1352779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STO1[1,0]</a:t>
              </a:r>
            </a:p>
          </p:txBody>
        </p:sp>
      </p:grp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CC7C658A-84FD-2421-5EE0-83B9C654ABA5}"/>
              </a:ext>
            </a:extLst>
          </p:cNvPr>
          <p:cNvCxnSpPr>
            <a:cxnSpLocks/>
            <a:stCxn id="277" idx="3"/>
          </p:cNvCxnSpPr>
          <p:nvPr/>
        </p:nvCxnSpPr>
        <p:spPr>
          <a:xfrm>
            <a:off x="7058283" y="4001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637428BB-B52A-F6F6-7A10-64AA4E328C21}"/>
              </a:ext>
            </a:extLst>
          </p:cNvPr>
          <p:cNvCxnSpPr>
            <a:cxnSpLocks/>
            <a:stCxn id="279" idx="2"/>
          </p:cNvCxnSpPr>
          <p:nvPr/>
        </p:nvCxnSpPr>
        <p:spPr>
          <a:xfrm>
            <a:off x="6475351" y="4617152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F96286A-438E-551B-BE60-3624D9F4C935}"/>
              </a:ext>
            </a:extLst>
          </p:cNvPr>
          <p:cNvGrpSpPr/>
          <p:nvPr/>
        </p:nvGrpSpPr>
        <p:grpSpPr>
          <a:xfrm>
            <a:off x="7554853" y="3394380"/>
            <a:ext cx="1237346" cy="1222772"/>
            <a:chOff x="1295400" y="590550"/>
            <a:chExt cx="1164561" cy="1150844"/>
          </a:xfrm>
        </p:grpSpPr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1B38736B-F7F9-1810-7339-3BA88870A74D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57CCCB0B-BFC8-B960-4397-843A40F873DE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74C07457-7AFE-763B-263E-E0EA43C0F388}"/>
                </a:ext>
              </a:extLst>
            </p:cNvPr>
            <p:cNvSpPr txBox="1"/>
            <p:nvPr/>
          </p:nvSpPr>
          <p:spPr>
            <a:xfrm>
              <a:off x="1319559" y="1162050"/>
              <a:ext cx="1140402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PROC[1,1]</a:t>
              </a:r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6DD8BAE8-B1A1-1F0D-6C81-71C429108F1A}"/>
              </a:ext>
            </a:extLst>
          </p:cNvPr>
          <p:cNvCxnSpPr>
            <a:cxnSpLocks/>
            <a:stCxn id="284" idx="3"/>
          </p:cNvCxnSpPr>
          <p:nvPr/>
        </p:nvCxnSpPr>
        <p:spPr>
          <a:xfrm>
            <a:off x="8769291" y="4001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4956CC4F-9B04-338D-F912-58F2F36D57FD}"/>
              </a:ext>
            </a:extLst>
          </p:cNvPr>
          <p:cNvCxnSpPr>
            <a:cxnSpLocks/>
            <a:stCxn id="286" idx="2"/>
          </p:cNvCxnSpPr>
          <p:nvPr/>
        </p:nvCxnSpPr>
        <p:spPr>
          <a:xfrm flipH="1">
            <a:off x="8186361" y="4617152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5156EC6-6458-1B57-F391-218E433DC3BD}"/>
              </a:ext>
            </a:extLst>
          </p:cNvPr>
          <p:cNvGrpSpPr/>
          <p:nvPr/>
        </p:nvGrpSpPr>
        <p:grpSpPr>
          <a:xfrm>
            <a:off x="9255066" y="3394380"/>
            <a:ext cx="1214437" cy="1222772"/>
            <a:chOff x="1295400" y="590550"/>
            <a:chExt cx="1143000" cy="1150844"/>
          </a:xfrm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19D7FA9A-3EA1-9C0F-B188-F5164AA2480D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816142E8-4288-B532-2550-3DD81A6CE539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C268ED61-3B4B-D30C-90B0-70B4703D5F60}"/>
                </a:ext>
              </a:extLst>
            </p:cNvPr>
            <p:cNvSpPr txBox="1"/>
            <p:nvPr/>
          </p:nvSpPr>
          <p:spPr>
            <a:xfrm>
              <a:off x="1352780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STO1[1,1]</a:t>
              </a:r>
            </a:p>
          </p:txBody>
        </p:sp>
      </p:grp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E0932E1E-0243-52FB-6E46-17115595E130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10469503" y="4001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E93D0361-96D7-3F55-E31E-C86DCDD1991C}"/>
              </a:ext>
            </a:extLst>
          </p:cNvPr>
          <p:cNvCxnSpPr>
            <a:cxnSpLocks/>
            <a:stCxn id="293" idx="2"/>
          </p:cNvCxnSpPr>
          <p:nvPr/>
        </p:nvCxnSpPr>
        <p:spPr>
          <a:xfrm>
            <a:off x="9886572" y="4617152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C4CC8B3-48E1-530E-A3A0-3F5203A0A469}"/>
              </a:ext>
            </a:extLst>
          </p:cNvPr>
          <p:cNvGrpSpPr/>
          <p:nvPr/>
        </p:nvGrpSpPr>
        <p:grpSpPr>
          <a:xfrm>
            <a:off x="4138236" y="5116182"/>
            <a:ext cx="1214437" cy="1222772"/>
            <a:chOff x="1295400" y="590550"/>
            <a:chExt cx="1143000" cy="1150844"/>
          </a:xfrm>
        </p:grpSpPr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EC8FD29A-FFA4-E6D4-7396-1315587E5F63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4AA1D4A9-363E-D436-88AC-5941D45E5D97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03E5C08D-C87D-6729-7389-CDFB2AA04945}"/>
                </a:ext>
              </a:extLst>
            </p:cNvPr>
            <p:cNvSpPr txBox="1"/>
            <p:nvPr/>
          </p:nvSpPr>
          <p:spPr>
            <a:xfrm>
              <a:off x="1352780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STO2[1,0]</a:t>
              </a:r>
            </a:p>
          </p:txBody>
        </p: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80FA64D6-7416-B259-E93F-FCBFF4D5EC24}"/>
              </a:ext>
            </a:extLst>
          </p:cNvPr>
          <p:cNvCxnSpPr>
            <a:cxnSpLocks/>
            <a:stCxn id="298" idx="3"/>
          </p:cNvCxnSpPr>
          <p:nvPr/>
        </p:nvCxnSpPr>
        <p:spPr>
          <a:xfrm>
            <a:off x="5352673" y="5723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559C642F-45B8-EC10-7C7F-BED54D7B5048}"/>
              </a:ext>
            </a:extLst>
          </p:cNvPr>
          <p:cNvCxnSpPr>
            <a:cxnSpLocks/>
            <a:stCxn id="300" idx="2"/>
          </p:cNvCxnSpPr>
          <p:nvPr/>
        </p:nvCxnSpPr>
        <p:spPr>
          <a:xfrm>
            <a:off x="4769742" y="6338955"/>
            <a:ext cx="0" cy="491545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DD8BC2BE-1BD0-C1AC-8FAD-5E9BBDE07C4A}"/>
              </a:ext>
            </a:extLst>
          </p:cNvPr>
          <p:cNvGrpSpPr/>
          <p:nvPr/>
        </p:nvGrpSpPr>
        <p:grpSpPr>
          <a:xfrm>
            <a:off x="5838448" y="5116182"/>
            <a:ext cx="1214437" cy="1222772"/>
            <a:chOff x="1295400" y="590550"/>
            <a:chExt cx="1143000" cy="1150844"/>
          </a:xfrm>
        </p:grpSpPr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773B3658-EA7C-CC4D-9497-F08B10CE146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966D1B1E-8642-AAA9-71CF-8668ECE495EA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734CEB5A-8071-9DEB-4AC4-0E32870F2E47}"/>
                </a:ext>
              </a:extLst>
            </p:cNvPr>
            <p:cNvSpPr txBox="1"/>
            <p:nvPr/>
          </p:nvSpPr>
          <p:spPr>
            <a:xfrm>
              <a:off x="1352779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STO3[1,0]</a:t>
              </a:r>
            </a:p>
          </p:txBody>
        </p:sp>
      </p:grp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E76DD850-D1F8-254B-3922-67B0FD5CEA61}"/>
              </a:ext>
            </a:extLst>
          </p:cNvPr>
          <p:cNvCxnSpPr>
            <a:cxnSpLocks/>
            <a:stCxn id="305" idx="3"/>
          </p:cNvCxnSpPr>
          <p:nvPr/>
        </p:nvCxnSpPr>
        <p:spPr>
          <a:xfrm>
            <a:off x="7052886" y="5723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B5F92CAB-E411-BB1A-B572-6E12811D2E0D}"/>
              </a:ext>
            </a:extLst>
          </p:cNvPr>
          <p:cNvCxnSpPr>
            <a:cxnSpLocks/>
            <a:stCxn id="307" idx="2"/>
          </p:cNvCxnSpPr>
          <p:nvPr/>
        </p:nvCxnSpPr>
        <p:spPr>
          <a:xfrm>
            <a:off x="6469953" y="6338955"/>
            <a:ext cx="0" cy="491545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12DA347-36E2-9638-6A1B-D4462ED2E2F0}"/>
              </a:ext>
            </a:extLst>
          </p:cNvPr>
          <p:cNvGrpSpPr/>
          <p:nvPr/>
        </p:nvGrpSpPr>
        <p:grpSpPr>
          <a:xfrm>
            <a:off x="7549456" y="5116182"/>
            <a:ext cx="1214437" cy="1222772"/>
            <a:chOff x="1295400" y="590550"/>
            <a:chExt cx="1143000" cy="1150844"/>
          </a:xfrm>
        </p:grpSpPr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440B8F0-3DA3-2E00-5705-662CD0BE260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373C6EF3-4E99-0087-981D-64AF336BB9DB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5CEB04D-936E-1791-F1C2-11E1739FFCBF}"/>
                </a:ext>
              </a:extLst>
            </p:cNvPr>
            <p:cNvSpPr txBox="1"/>
            <p:nvPr/>
          </p:nvSpPr>
          <p:spPr>
            <a:xfrm>
              <a:off x="1352780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STO2[1,1]</a:t>
              </a:r>
            </a:p>
          </p:txBody>
        </p:sp>
      </p:grp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D94AB299-8940-A00A-EC36-3BD1A9909F94}"/>
              </a:ext>
            </a:extLst>
          </p:cNvPr>
          <p:cNvCxnSpPr>
            <a:cxnSpLocks/>
            <a:stCxn id="312" idx="3"/>
          </p:cNvCxnSpPr>
          <p:nvPr/>
        </p:nvCxnSpPr>
        <p:spPr>
          <a:xfrm>
            <a:off x="8763893" y="5723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F565FC9D-675B-C150-B36B-6F0588F9BB90}"/>
              </a:ext>
            </a:extLst>
          </p:cNvPr>
          <p:cNvCxnSpPr>
            <a:cxnSpLocks/>
            <a:stCxn id="314" idx="2"/>
          </p:cNvCxnSpPr>
          <p:nvPr/>
        </p:nvCxnSpPr>
        <p:spPr>
          <a:xfrm>
            <a:off x="8180962" y="6338955"/>
            <a:ext cx="0" cy="491545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ECE04118-5E44-0DCD-A954-85F81E59DC4A}"/>
              </a:ext>
            </a:extLst>
          </p:cNvPr>
          <p:cNvGrpSpPr/>
          <p:nvPr/>
        </p:nvGrpSpPr>
        <p:grpSpPr>
          <a:xfrm>
            <a:off x="9249669" y="5116182"/>
            <a:ext cx="1214437" cy="1222772"/>
            <a:chOff x="1295400" y="590550"/>
            <a:chExt cx="1143000" cy="1150844"/>
          </a:xfrm>
        </p:grpSpPr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1DDFF631-D4D3-E41D-3139-6345FA5D2ECF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5E5C1A77-060A-F9C3-28B8-63DFE200D089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D5E1A7EE-5061-9A5D-2269-715D21B83170}"/>
                </a:ext>
              </a:extLst>
            </p:cNvPr>
            <p:cNvSpPr txBox="1"/>
            <p:nvPr/>
          </p:nvSpPr>
          <p:spPr>
            <a:xfrm>
              <a:off x="1352780" y="1162050"/>
              <a:ext cx="1073960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STO3[1,1]</a:t>
              </a:r>
            </a:p>
          </p:txBody>
        </p:sp>
      </p:grp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B623D103-C72E-D019-FF12-AD2AE98A300D}"/>
              </a:ext>
            </a:extLst>
          </p:cNvPr>
          <p:cNvCxnSpPr>
            <a:cxnSpLocks/>
            <a:stCxn id="319" idx="3"/>
          </p:cNvCxnSpPr>
          <p:nvPr/>
        </p:nvCxnSpPr>
        <p:spPr>
          <a:xfrm>
            <a:off x="10464106" y="5723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16D57569-14C7-0CBC-B13E-28EA44B5FF87}"/>
              </a:ext>
            </a:extLst>
          </p:cNvPr>
          <p:cNvCxnSpPr>
            <a:cxnSpLocks/>
            <a:stCxn id="321" idx="2"/>
          </p:cNvCxnSpPr>
          <p:nvPr/>
        </p:nvCxnSpPr>
        <p:spPr>
          <a:xfrm>
            <a:off x="9881175" y="6338955"/>
            <a:ext cx="0" cy="491545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TextBox 321">
            <a:extLst>
              <a:ext uri="{FF2B5EF4-FFF2-40B4-BE49-F238E27FC236}">
                <a16:creationId xmlns:a16="http://schemas.microsoft.com/office/drawing/2014/main" id="{F50FA084-CC0E-170D-72A7-62E3ABAF50DD}"/>
              </a:ext>
            </a:extLst>
          </p:cNvPr>
          <p:cNvSpPr txBox="1"/>
          <p:nvPr/>
        </p:nvSpPr>
        <p:spPr>
          <a:xfrm>
            <a:off x="10904236" y="194787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D063D0D1-687F-8B44-C750-2B09242A6DB9}"/>
              </a:ext>
            </a:extLst>
          </p:cNvPr>
          <p:cNvSpPr txBox="1"/>
          <p:nvPr/>
        </p:nvSpPr>
        <p:spPr>
          <a:xfrm>
            <a:off x="10894642" y="1914694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14DDFC1-B447-152F-5667-D0EF38CB1B6B}"/>
              </a:ext>
            </a:extLst>
          </p:cNvPr>
          <p:cNvSpPr txBox="1"/>
          <p:nvPr/>
        </p:nvSpPr>
        <p:spPr>
          <a:xfrm>
            <a:off x="10852446" y="3636495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3D0F21D-C333-891B-8A3F-A45056752E09}"/>
              </a:ext>
            </a:extLst>
          </p:cNvPr>
          <p:cNvSpPr txBox="1"/>
          <p:nvPr/>
        </p:nvSpPr>
        <p:spPr>
          <a:xfrm>
            <a:off x="10852446" y="5356402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8FE6A99-37C1-EF20-FCBE-C655A6FC1AA1}"/>
              </a:ext>
            </a:extLst>
          </p:cNvPr>
          <p:cNvSpPr txBox="1"/>
          <p:nvPr/>
        </p:nvSpPr>
        <p:spPr>
          <a:xfrm>
            <a:off x="9627227" y="6552539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513C004-B352-76F4-B313-5BEA185864CB}"/>
              </a:ext>
            </a:extLst>
          </p:cNvPr>
          <p:cNvSpPr txBox="1"/>
          <p:nvPr/>
        </p:nvSpPr>
        <p:spPr>
          <a:xfrm>
            <a:off x="7934621" y="6553738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6D6F41C6-776C-267C-73C5-1C7E815E36A4}"/>
              </a:ext>
            </a:extLst>
          </p:cNvPr>
          <p:cNvSpPr txBox="1"/>
          <p:nvPr/>
        </p:nvSpPr>
        <p:spPr>
          <a:xfrm>
            <a:off x="6218632" y="6554248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66B3FA4F-A9AF-FA70-B02D-A54DB2BA7CFB}"/>
              </a:ext>
            </a:extLst>
          </p:cNvPr>
          <p:cNvSpPr txBox="1"/>
          <p:nvPr/>
        </p:nvSpPr>
        <p:spPr>
          <a:xfrm>
            <a:off x="4518945" y="6554248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3437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A62E-4E4A-AE3B-8B12-057B0E48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5">
            <a:extLst>
              <a:ext uri="{FF2B5EF4-FFF2-40B4-BE49-F238E27FC236}">
                <a16:creationId xmlns:a16="http://schemas.microsoft.com/office/drawing/2014/main" id="{45489448-0D13-1862-5276-583BFE689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025" y="5561450"/>
            <a:ext cx="1517991" cy="1472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</p:pic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3322064-F434-DF51-C508-15549A8E8E5A}"/>
              </a:ext>
            </a:extLst>
          </p:cNvPr>
          <p:cNvSpPr/>
          <p:nvPr/>
        </p:nvSpPr>
        <p:spPr>
          <a:xfrm>
            <a:off x="3736977" y="5673770"/>
            <a:ext cx="1428088" cy="132882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pic>
        <p:nvPicPr>
          <p:cNvPr id="3" name="Picture 2" descr="A person with his hand up&#10;&#10;AI-generated content may be incorrect.">
            <a:extLst>
              <a:ext uri="{FF2B5EF4-FFF2-40B4-BE49-F238E27FC236}">
                <a16:creationId xmlns:a16="http://schemas.microsoft.com/office/drawing/2014/main" id="{6CA721A7-E662-3F56-9AED-35FD93992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02" y="347152"/>
            <a:ext cx="2503160" cy="237038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A022FE-F86C-B3F7-CD92-7847A4F9810D}"/>
              </a:ext>
            </a:extLst>
          </p:cNvPr>
          <p:cNvSpPr/>
          <p:nvPr/>
        </p:nvSpPr>
        <p:spPr>
          <a:xfrm>
            <a:off x="5614594" y="905288"/>
            <a:ext cx="1652434" cy="1512084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F040F7-EB9B-0C45-37AC-C550C2E68D16}"/>
              </a:ext>
            </a:extLst>
          </p:cNvPr>
          <p:cNvCxnSpPr>
            <a:cxnSpLocks/>
          </p:cNvCxnSpPr>
          <p:nvPr/>
        </p:nvCxnSpPr>
        <p:spPr>
          <a:xfrm flipH="1" flipV="1">
            <a:off x="4241146" y="357021"/>
            <a:ext cx="1373447" cy="751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93A4CF-EE1B-9DC1-CD20-49317F730079}"/>
              </a:ext>
            </a:extLst>
          </p:cNvPr>
          <p:cNvCxnSpPr>
            <a:cxnSpLocks/>
          </p:cNvCxnSpPr>
          <p:nvPr/>
        </p:nvCxnSpPr>
        <p:spPr>
          <a:xfrm flipH="1">
            <a:off x="4241146" y="2167254"/>
            <a:ext cx="1373447" cy="5502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65DED7-C7AC-2474-208F-40FD6D98A37F}"/>
              </a:ext>
            </a:extLst>
          </p:cNvPr>
          <p:cNvSpPr/>
          <p:nvPr/>
        </p:nvSpPr>
        <p:spPr>
          <a:xfrm>
            <a:off x="7267028" y="1394726"/>
            <a:ext cx="2106776" cy="533209"/>
          </a:xfrm>
          <a:prstGeom prst="rightArrow">
            <a:avLst>
              <a:gd name="adj1" fmla="val 50000"/>
              <a:gd name="adj2" fmla="val 8059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F7F9A-2193-58E4-CD61-E47660AB569D}"/>
              </a:ext>
            </a:extLst>
          </p:cNvPr>
          <p:cNvSpPr txBox="1"/>
          <p:nvPr/>
        </p:nvSpPr>
        <p:spPr>
          <a:xfrm>
            <a:off x="7760965" y="1736163"/>
            <a:ext cx="778739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13" dirty="0" err="1"/>
              <a:t>x,y,p,t</a:t>
            </a:r>
            <a:endParaRPr lang="en-US" sz="1913" dirty="0"/>
          </a:p>
        </p:txBody>
      </p:sp>
      <p:pic>
        <p:nvPicPr>
          <p:cNvPr id="18" name="Picture 17" descr="A drawing of a person's hand&#10;&#10;AI-generated content may be incorrect.">
            <a:extLst>
              <a:ext uri="{FF2B5EF4-FFF2-40B4-BE49-F238E27FC236}">
                <a16:creationId xmlns:a16="http://schemas.microsoft.com/office/drawing/2014/main" id="{AB549DE0-A715-E56B-694E-D64ED4BEF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804" y="683057"/>
            <a:ext cx="205194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E7DB31-85C3-DDE2-FD81-1CD0C6412CAA}"/>
              </a:ext>
            </a:extLst>
          </p:cNvPr>
          <p:cNvSpPr txBox="1"/>
          <p:nvPr/>
        </p:nvSpPr>
        <p:spPr>
          <a:xfrm>
            <a:off x="1466119" y="-80116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65E91B-B261-017C-0E45-FF701CD2E05E}"/>
              </a:ext>
            </a:extLst>
          </p:cNvPr>
          <p:cNvSpPr txBox="1"/>
          <p:nvPr/>
        </p:nvSpPr>
        <p:spPr>
          <a:xfrm>
            <a:off x="5614592" y="521477"/>
            <a:ext cx="1652434" cy="38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13" dirty="0"/>
              <a:t>DVS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ED8C93-CBA6-1A8F-1D6B-C455D028F3D3}"/>
              </a:ext>
            </a:extLst>
          </p:cNvPr>
          <p:cNvSpPr txBox="1"/>
          <p:nvPr/>
        </p:nvSpPr>
        <p:spPr>
          <a:xfrm>
            <a:off x="9144257" y="229021"/>
            <a:ext cx="47320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DA7FB8-70D1-BCC1-7BF6-DB9B235EE802}"/>
              </a:ext>
            </a:extLst>
          </p:cNvPr>
          <p:cNvSpPr txBox="1"/>
          <p:nvPr/>
        </p:nvSpPr>
        <p:spPr>
          <a:xfrm>
            <a:off x="4914200" y="2668220"/>
            <a:ext cx="4154170" cy="38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13" dirty="0"/>
              <a:t>Silicon Retina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CB4C9E-203B-AA48-0195-7852BA24FD62}"/>
              </a:ext>
            </a:extLst>
          </p:cNvPr>
          <p:cNvSpPr txBox="1"/>
          <p:nvPr/>
        </p:nvSpPr>
        <p:spPr>
          <a:xfrm>
            <a:off x="4593909" y="3216737"/>
            <a:ext cx="460382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c)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27EA8B-F187-8926-834E-79D2B2225DB6}"/>
              </a:ext>
            </a:extLst>
          </p:cNvPr>
          <p:cNvSpPr/>
          <p:nvPr/>
        </p:nvSpPr>
        <p:spPr>
          <a:xfrm>
            <a:off x="5026450" y="3003109"/>
            <a:ext cx="4037796" cy="2829455"/>
          </a:xfrm>
          <a:prstGeom prst="roundRect">
            <a:avLst/>
          </a:prstGeom>
          <a:solidFill>
            <a:srgbClr val="92D050">
              <a:alpha val="45098"/>
            </a:srgb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pic>
        <p:nvPicPr>
          <p:cNvPr id="28" name="Picture 27" descr="A person with their hands on their face&#10;&#10;AI-generated content may be incorrect.">
            <a:extLst>
              <a:ext uri="{FF2B5EF4-FFF2-40B4-BE49-F238E27FC236}">
                <a16:creationId xmlns:a16="http://schemas.microsoft.com/office/drawing/2014/main" id="{0DCF09EE-37B0-665D-4F48-BD3480B57C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047" y="3856062"/>
            <a:ext cx="1129031" cy="1069143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7EA539-378E-3CE1-E890-7DF18C511F30}"/>
                  </a:ext>
                </a:extLst>
              </p:cNvPr>
              <p:cNvSpPr txBox="1"/>
              <p:nvPr/>
            </p:nvSpPr>
            <p:spPr>
              <a:xfrm>
                <a:off x="5588625" y="3463326"/>
                <a:ext cx="666208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7EA539-378E-3CE1-E890-7DF18C511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625" y="3463326"/>
                <a:ext cx="666208" cy="3867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erson taking a selfie&#10;&#10;AI-generated content may be incorrect.">
            <a:extLst>
              <a:ext uri="{FF2B5EF4-FFF2-40B4-BE49-F238E27FC236}">
                <a16:creationId xmlns:a16="http://schemas.microsoft.com/office/drawing/2014/main" id="{DE5AB86D-D0D4-32A1-04F9-1F07891265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737" y="3859602"/>
            <a:ext cx="1129032" cy="10691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A16E79-C2A4-EC73-E8B9-CB798290E3FA}"/>
                  </a:ext>
                </a:extLst>
              </p:cNvPr>
              <p:cNvSpPr txBox="1"/>
              <p:nvPr/>
            </p:nvSpPr>
            <p:spPr>
              <a:xfrm>
                <a:off x="6711865" y="3429801"/>
                <a:ext cx="677750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𝐵𝐼𝑃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A16E79-C2A4-EC73-E8B9-CB798290E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865" y="3429801"/>
                <a:ext cx="677750" cy="3867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person with glasses and a hand gesture&#10;&#10;AI-generated content may be incorrect.">
            <a:extLst>
              <a:ext uri="{FF2B5EF4-FFF2-40B4-BE49-F238E27FC236}">
                <a16:creationId xmlns:a16="http://schemas.microsoft.com/office/drawing/2014/main" id="{ECE7E735-0F7B-BF97-A61A-23609A79E3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070" y="3264734"/>
            <a:ext cx="1011647" cy="957985"/>
          </a:xfrm>
          <a:prstGeom prst="rect">
            <a:avLst/>
          </a:prstGeom>
        </p:spPr>
      </p:pic>
      <p:pic>
        <p:nvPicPr>
          <p:cNvPr id="37" name="Picture 36" descr="A person in glasses and a mask&#10;&#10;AI-generated content may be incorrect.">
            <a:extLst>
              <a:ext uri="{FF2B5EF4-FFF2-40B4-BE49-F238E27FC236}">
                <a16:creationId xmlns:a16="http://schemas.microsoft.com/office/drawing/2014/main" id="{AD1B8299-A40F-9642-68FD-D1FE468FBA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489" y="4642447"/>
            <a:ext cx="1011647" cy="957986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32D0B6-3D2F-E888-A23F-0A42ED93DDAA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457075" y="4390633"/>
            <a:ext cx="140662" cy="3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D845D4D-4C9A-6229-28C0-50F82DE33EB0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7726771" y="3743727"/>
            <a:ext cx="206300" cy="6504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7E7A8D5-4449-31E4-B94E-A45DD6432AB3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7726770" y="4394176"/>
            <a:ext cx="205719" cy="7272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AC3F09-A2AB-8528-1516-C98D4545779F}"/>
                  </a:ext>
                </a:extLst>
              </p:cNvPr>
              <p:cNvSpPr txBox="1"/>
              <p:nvPr/>
            </p:nvSpPr>
            <p:spPr>
              <a:xfrm>
                <a:off x="8095065" y="2977316"/>
                <a:ext cx="547073" cy="321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𝐿𝐼𝐹</m:t>
                          </m:r>
                        </m:sub>
                        <m:sup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AC3F09-A2AB-8528-1516-C98D45457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065" y="2977316"/>
                <a:ext cx="547073" cy="3213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A3B01E-03AD-47BA-A520-88DF39DE5F25}"/>
                  </a:ext>
                </a:extLst>
              </p:cNvPr>
              <p:cNvSpPr txBox="1"/>
              <p:nvPr/>
            </p:nvSpPr>
            <p:spPr>
              <a:xfrm>
                <a:off x="8115127" y="4329698"/>
                <a:ext cx="547073" cy="321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𝐿𝐼𝐹</m:t>
                          </m:r>
                        </m:sub>
                        <m:sup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A3B01E-03AD-47BA-A520-88DF39DE5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127" y="4329698"/>
                <a:ext cx="547073" cy="3213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Picture 48" descr="A blue and red paint on a white background&#10;&#10;AI-generated content may be incorrect.">
            <a:extLst>
              <a:ext uri="{FF2B5EF4-FFF2-40B4-BE49-F238E27FC236}">
                <a16:creationId xmlns:a16="http://schemas.microsoft.com/office/drawing/2014/main" id="{62371220-E686-0308-1FCE-21A12C719CB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804" y="3417141"/>
            <a:ext cx="205194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A134A001-663E-0EED-A11A-A8C34D43C153}"/>
              </a:ext>
            </a:extLst>
          </p:cNvPr>
          <p:cNvSpPr/>
          <p:nvPr/>
        </p:nvSpPr>
        <p:spPr>
          <a:xfrm>
            <a:off x="9063301" y="4315060"/>
            <a:ext cx="295259" cy="19501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C95D86E-4814-D89D-B095-C27BCBDDE0F1}"/>
              </a:ext>
            </a:extLst>
          </p:cNvPr>
          <p:cNvSpPr/>
          <p:nvPr/>
        </p:nvSpPr>
        <p:spPr>
          <a:xfrm>
            <a:off x="12202454" y="1016495"/>
            <a:ext cx="1672270" cy="12896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Neural Network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92BA42E-3F98-ABC5-89C0-10953595D387}"/>
              </a:ext>
            </a:extLst>
          </p:cNvPr>
          <p:cNvSpPr/>
          <p:nvPr/>
        </p:nvSpPr>
        <p:spPr>
          <a:xfrm>
            <a:off x="12211050" y="3740680"/>
            <a:ext cx="1672270" cy="12896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Neural Network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BB66854-451B-B31B-343B-8D421C862095}"/>
              </a:ext>
            </a:extLst>
          </p:cNvPr>
          <p:cNvSpPr/>
          <p:nvPr/>
        </p:nvSpPr>
        <p:spPr>
          <a:xfrm>
            <a:off x="12202453" y="2717537"/>
            <a:ext cx="1672270" cy="662029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Compare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B80E8CF-B48C-3168-E3F8-01831479CF9A}"/>
              </a:ext>
            </a:extLst>
          </p:cNvPr>
          <p:cNvCxnSpPr>
            <a:stCxn id="18" idx="3"/>
            <a:endCxn id="64" idx="1"/>
          </p:cNvCxnSpPr>
          <p:nvPr/>
        </p:nvCxnSpPr>
        <p:spPr>
          <a:xfrm>
            <a:off x="11425746" y="1654608"/>
            <a:ext cx="776708" cy="672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7C2C564-32B2-E1AF-C227-02408156E2DB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flipH="1">
            <a:off x="13038589" y="2306162"/>
            <a:ext cx="1" cy="4113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797BC60-95E9-B212-E284-F45186E0FCD0}"/>
              </a:ext>
            </a:extLst>
          </p:cNvPr>
          <p:cNvCxnSpPr>
            <a:cxnSpLocks/>
            <a:stCxn id="65" idx="0"/>
            <a:endCxn id="66" idx="2"/>
          </p:cNvCxnSpPr>
          <p:nvPr/>
        </p:nvCxnSpPr>
        <p:spPr>
          <a:xfrm flipH="1" flipV="1">
            <a:off x="13038587" y="3379568"/>
            <a:ext cx="8598" cy="3611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8E7FB49-6C3F-CD7C-39DF-0236AD01F8BD}"/>
              </a:ext>
            </a:extLst>
          </p:cNvPr>
          <p:cNvCxnSpPr>
            <a:cxnSpLocks/>
            <a:stCxn id="49" idx="3"/>
            <a:endCxn id="65" idx="1"/>
          </p:cNvCxnSpPr>
          <p:nvPr/>
        </p:nvCxnSpPr>
        <p:spPr>
          <a:xfrm flipV="1">
            <a:off x="11425745" y="4385513"/>
            <a:ext cx="785304" cy="31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5B73F8E-E984-4C39-7EE6-88BB054DD232}"/>
              </a:ext>
            </a:extLst>
          </p:cNvPr>
          <p:cNvSpPr txBox="1"/>
          <p:nvPr/>
        </p:nvSpPr>
        <p:spPr>
          <a:xfrm>
            <a:off x="11766506" y="949028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e)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5702A0-700A-AA97-F84E-90C01025A137}"/>
              </a:ext>
            </a:extLst>
          </p:cNvPr>
          <p:cNvSpPr txBox="1"/>
          <p:nvPr/>
        </p:nvSpPr>
        <p:spPr>
          <a:xfrm>
            <a:off x="11771662" y="3657159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e)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1B009B-CB49-840B-53FB-4E76739F25A1}"/>
              </a:ext>
            </a:extLst>
          </p:cNvPr>
          <p:cNvSpPr txBox="1"/>
          <p:nvPr/>
        </p:nvSpPr>
        <p:spPr>
          <a:xfrm>
            <a:off x="11809407" y="2789489"/>
            <a:ext cx="396391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f)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212189-0FCC-4681-71D1-53327EBE20A4}"/>
              </a:ext>
            </a:extLst>
          </p:cNvPr>
          <p:cNvSpPr txBox="1"/>
          <p:nvPr/>
        </p:nvSpPr>
        <p:spPr>
          <a:xfrm>
            <a:off x="1464191" y="2806845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a)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0806DBDC-266F-C399-766C-17C39445C49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4517030" y="3937671"/>
            <a:ext cx="879856" cy="909464"/>
          </a:xfrm>
          <a:prstGeom prst="rect">
            <a:avLst/>
          </a:prstGeom>
          <a:effectLst>
            <a:softEdge rad="635000"/>
          </a:effectLst>
          <a:scene3d>
            <a:camera prst="perspectiveRelaxed" fov="3900000">
              <a:rot lat="19787143" lon="18897834" rev="3569538"/>
            </a:camera>
            <a:lightRig rig="flood" dir="t"/>
          </a:scene3d>
          <a:sp3d z="107950" extrusionH="133350" prstMaterial="matte">
            <a:bevelT w="19050" h="38100"/>
            <a:bevelB w="0" h="0"/>
            <a:extrusionClr>
              <a:schemeClr val="tx1">
                <a:lumMod val="85000"/>
                <a:lumOff val="15000"/>
              </a:schemeClr>
            </a:extrusionClr>
          </a:sp3d>
        </p:spPr>
      </p:pic>
      <p:pic>
        <p:nvPicPr>
          <p:cNvPr id="97" name="Picture 96" descr="A person with his hand up&#10;&#10;AI-generated content may be incorrect.">
            <a:extLst>
              <a:ext uri="{FF2B5EF4-FFF2-40B4-BE49-F238E27FC236}">
                <a16:creationId xmlns:a16="http://schemas.microsoft.com/office/drawing/2014/main" id="{331A387B-A515-43E0-3CA6-5C0E128EA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01" y="3235996"/>
            <a:ext cx="2503160" cy="237038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811D98DA-4B93-DD94-1906-B1DA20F38C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4035566" y="4165119"/>
            <a:ext cx="801211" cy="440782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292D6B1-3F48-612D-1C62-813A480AE9FD}"/>
              </a:ext>
            </a:extLst>
          </p:cNvPr>
          <p:cNvCxnSpPr>
            <a:cxnSpLocks/>
          </p:cNvCxnSpPr>
          <p:nvPr/>
        </p:nvCxnSpPr>
        <p:spPr>
          <a:xfrm flipH="1" flipV="1">
            <a:off x="4099460" y="3235998"/>
            <a:ext cx="369888" cy="860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BD05116-9815-78F7-E91A-5133BB07870F}"/>
              </a:ext>
            </a:extLst>
          </p:cNvPr>
          <p:cNvCxnSpPr>
            <a:cxnSpLocks/>
          </p:cNvCxnSpPr>
          <p:nvPr/>
        </p:nvCxnSpPr>
        <p:spPr>
          <a:xfrm flipH="1">
            <a:off x="4082654" y="4673799"/>
            <a:ext cx="402748" cy="9225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Object 10">
            <a:extLst>
              <a:ext uri="{FF2B5EF4-FFF2-40B4-BE49-F238E27FC236}">
                <a16:creationId xmlns:a16="http://schemas.microsoft.com/office/drawing/2014/main" id="{B53B7F2A-E48E-83EF-65A1-FA4D81BBEF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40367"/>
              </p:ext>
            </p:extLst>
          </p:nvPr>
        </p:nvGraphicFramePr>
        <p:xfrm>
          <a:off x="5457410" y="5489422"/>
          <a:ext cx="1642221" cy="148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8" imgW="2173680" imgH="1965240" progId="Word.Picture.8">
                  <p:embed/>
                </p:oleObj>
              </mc:Choice>
              <mc:Fallback>
                <p:oleObj name="Picture" r:id="rId18" imgW="2173680" imgH="1965240" progId="Word.Picture.8">
                  <p:embed/>
                  <p:pic>
                    <p:nvPicPr>
                      <p:cNvPr id="126" name="Object 10">
                        <a:extLst>
                          <a:ext uri="{FF2B5EF4-FFF2-40B4-BE49-F238E27FC236}">
                            <a16:creationId xmlns:a16="http://schemas.microsoft.com/office/drawing/2014/main" id="{B53B7F2A-E48E-83EF-65A1-FA4D81BBEF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410" y="5489422"/>
                        <a:ext cx="1642221" cy="148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EE10B21-BE27-107E-E034-AC39899A422F}"/>
              </a:ext>
            </a:extLst>
          </p:cNvPr>
          <p:cNvCxnSpPr>
            <a:cxnSpLocks/>
          </p:cNvCxnSpPr>
          <p:nvPr/>
        </p:nvCxnSpPr>
        <p:spPr>
          <a:xfrm flipH="1">
            <a:off x="4740012" y="5489421"/>
            <a:ext cx="791634" cy="5146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414C473-2AB9-D39D-D6EA-7101BD0B8A86}"/>
              </a:ext>
            </a:extLst>
          </p:cNvPr>
          <p:cNvCxnSpPr/>
          <p:nvPr/>
        </p:nvCxnSpPr>
        <p:spPr>
          <a:xfrm>
            <a:off x="4740012" y="6134500"/>
            <a:ext cx="791634" cy="820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3815384-4459-6F05-55B4-B47B0EA02543}"/>
              </a:ext>
            </a:extLst>
          </p:cNvPr>
          <p:cNvCxnSpPr>
            <a:cxnSpLocks/>
            <a:stCxn id="128" idx="0"/>
          </p:cNvCxnSpPr>
          <p:nvPr/>
        </p:nvCxnSpPr>
        <p:spPr>
          <a:xfrm flipV="1">
            <a:off x="4451020" y="4587215"/>
            <a:ext cx="405937" cy="1086554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64C362-AC39-726E-4AB4-E0FCA54F936C}"/>
              </a:ext>
            </a:extLst>
          </p:cNvPr>
          <p:cNvSpPr txBox="1"/>
          <p:nvPr/>
        </p:nvSpPr>
        <p:spPr>
          <a:xfrm>
            <a:off x="9144257" y="2975415"/>
            <a:ext cx="47320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31599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F1CB-18AE-9CEF-620D-3BE25C72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ECE4158-57EE-6A48-01B8-56F9E8C418F7}"/>
              </a:ext>
            </a:extLst>
          </p:cNvPr>
          <p:cNvSpPr/>
          <p:nvPr/>
        </p:nvSpPr>
        <p:spPr>
          <a:xfrm>
            <a:off x="11833879" y="756458"/>
            <a:ext cx="2579017" cy="2194447"/>
          </a:xfrm>
          <a:prstGeom prst="roundRect">
            <a:avLst>
              <a:gd name="adj" fmla="val 13873"/>
            </a:avLst>
          </a:prstGeom>
          <a:solidFill>
            <a:srgbClr val="DA7E25">
              <a:alpha val="20000"/>
            </a:srgbClr>
          </a:solidFill>
          <a:ln w="28575">
            <a:solidFill>
              <a:srgbClr val="DA7E2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B01F3D8-A034-9E8C-AA9D-ED7F1C48D296}"/>
              </a:ext>
            </a:extLst>
          </p:cNvPr>
          <p:cNvSpPr/>
          <p:nvPr/>
        </p:nvSpPr>
        <p:spPr>
          <a:xfrm>
            <a:off x="6438476" y="754430"/>
            <a:ext cx="5300410" cy="3317457"/>
          </a:xfrm>
          <a:prstGeom prst="roundRect">
            <a:avLst>
              <a:gd name="adj" fmla="val 7007"/>
            </a:avLst>
          </a:prstGeom>
          <a:solidFill>
            <a:srgbClr val="25DA7E">
              <a:alpha val="20000"/>
            </a:srgbClr>
          </a:solidFill>
          <a:ln w="28575">
            <a:solidFill>
              <a:srgbClr val="25DA7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2FDC369-16B0-F403-E46C-DAEF9310B8A2}"/>
              </a:ext>
            </a:extLst>
          </p:cNvPr>
          <p:cNvSpPr/>
          <p:nvPr/>
        </p:nvSpPr>
        <p:spPr>
          <a:xfrm>
            <a:off x="1103916" y="735344"/>
            <a:ext cx="5271001" cy="2693656"/>
          </a:xfrm>
          <a:prstGeom prst="roundRect">
            <a:avLst>
              <a:gd name="adj" fmla="val 21009"/>
            </a:avLst>
          </a:prstGeom>
          <a:solidFill>
            <a:srgbClr val="7E25DA">
              <a:alpha val="25098"/>
            </a:srgbClr>
          </a:solidFill>
          <a:ln w="28575">
            <a:solidFill>
              <a:srgbClr val="7E25D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1C78A61-262D-6F5F-26A1-72E890C75D19}"/>
              </a:ext>
            </a:extLst>
          </p:cNvPr>
          <p:cNvSpPr/>
          <p:nvPr/>
        </p:nvSpPr>
        <p:spPr>
          <a:xfrm>
            <a:off x="3542481" y="2064267"/>
            <a:ext cx="2609700" cy="1021003"/>
          </a:xfrm>
          <a:prstGeom prst="roundRect">
            <a:avLst/>
          </a:prstGeom>
          <a:solidFill>
            <a:srgbClr val="D925DA">
              <a:alpha val="20000"/>
            </a:srgbClr>
          </a:solidFill>
          <a:ln>
            <a:solidFill>
              <a:srgbClr val="D925DA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49D21808-494D-1026-0107-656E401B2C36}"/>
              </a:ext>
            </a:extLst>
          </p:cNvPr>
          <p:cNvSpPr/>
          <p:nvPr/>
        </p:nvSpPr>
        <p:spPr>
          <a:xfrm>
            <a:off x="1176574" y="1052231"/>
            <a:ext cx="3395987" cy="927798"/>
          </a:xfrm>
          <a:prstGeom prst="roundRect">
            <a:avLst/>
          </a:prstGeom>
          <a:solidFill>
            <a:srgbClr val="2526DA">
              <a:alpha val="20000"/>
            </a:srgb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FDE270-8553-7EE7-6463-3378C54399B5}"/>
              </a:ext>
            </a:extLst>
          </p:cNvPr>
          <p:cNvSpPr/>
          <p:nvPr/>
        </p:nvSpPr>
        <p:spPr>
          <a:xfrm>
            <a:off x="123252" y="1221825"/>
            <a:ext cx="936348" cy="5956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88" dirty="0"/>
              <a:t>Image</a:t>
            </a:r>
          </a:p>
          <a:p>
            <a:pPr algn="ctr"/>
            <a:r>
              <a:rPr lang="en-US" sz="1488" dirty="0"/>
              <a:t>Capture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584C7925-814E-8858-C7DB-B9DB0630E35D}"/>
                  </a:ext>
                </a:extLst>
              </p:cNvPr>
              <p:cNvSpPr/>
              <p:nvPr/>
            </p:nvSpPr>
            <p:spPr>
              <a:xfrm>
                <a:off x="1320087" y="1221825"/>
                <a:ext cx="936348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Spatial</a:t>
                </a:r>
              </a:p>
              <a:p>
                <a:pPr algn="ctr"/>
                <a:r>
                  <a:rPr lang="en-US" sz="1488" dirty="0"/>
                  <a:t>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584C7925-814E-8858-C7DB-B9DB0630E3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87" y="1221825"/>
                <a:ext cx="936348" cy="595604"/>
              </a:xfrm>
              <a:prstGeom prst="roundRect">
                <a:avLst/>
              </a:prstGeom>
              <a:blipFill>
                <a:blip r:embed="rId3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73DB7F2-3F38-375A-56B5-712A0FF4897E}"/>
                  </a:ext>
                </a:extLst>
              </p:cNvPr>
              <p:cNvSpPr/>
              <p:nvPr/>
            </p:nvSpPr>
            <p:spPr>
              <a:xfrm>
                <a:off x="2516922" y="1221825"/>
                <a:ext cx="854681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88">
                        <a:latin typeface="Cambria Math" panose="02040503050406030204" pitchFamily="18" charset="0"/>
                      </a:rPr>
                      <m:t>PF</m:t>
                    </m:r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73DB7F2-3F38-375A-56B5-712A0FF48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922" y="1221825"/>
                <a:ext cx="854681" cy="59560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2823C3C-D488-1D0B-32D9-48D220BD16FE}"/>
                  </a:ext>
                </a:extLst>
              </p:cNvPr>
              <p:cNvSpPr/>
              <p:nvPr/>
            </p:nvSpPr>
            <p:spPr>
              <a:xfrm>
                <a:off x="3632090" y="1221824"/>
                <a:ext cx="854681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HPF</a:t>
                </a:r>
                <a14:m>
                  <m:oMath xmlns:m="http://schemas.openxmlformats.org/officeDocument/2006/math"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2823C3C-D488-1D0B-32D9-48D220BD1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90" y="1221824"/>
                <a:ext cx="854681" cy="59560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CD42475-DAC7-224D-E4CA-CDF54FB19277}"/>
                  </a:ext>
                </a:extLst>
              </p:cNvPr>
              <p:cNvSpPr/>
              <p:nvPr/>
            </p:nvSpPr>
            <p:spPr>
              <a:xfrm>
                <a:off x="3606040" y="2355300"/>
                <a:ext cx="906778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Spatial filter</a:t>
                </a:r>
                <a14:m>
                  <m:oMath xmlns:m="http://schemas.openxmlformats.org/officeDocument/2006/math"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CD42475-DAC7-224D-E4CA-CDF54FB192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040" y="2355300"/>
                <a:ext cx="906778" cy="595604"/>
              </a:xfrm>
              <a:prstGeom prst="roundRect">
                <a:avLst/>
              </a:prstGeom>
              <a:blipFill>
                <a:blip r:embed="rId6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E42869D-87DC-55BA-6881-9670EF5493E2}"/>
                  </a:ext>
                </a:extLst>
              </p:cNvPr>
              <p:cNvSpPr/>
              <p:nvPr/>
            </p:nvSpPr>
            <p:spPr>
              <a:xfrm>
                <a:off x="5168968" y="2355300"/>
                <a:ext cx="906778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88">
                        <a:latin typeface="Cambria Math" panose="02040503050406030204" pitchFamily="18" charset="0"/>
                      </a:rPr>
                      <m:t>PF</m:t>
                    </m:r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E42869D-87DC-55BA-6881-9670EF549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968" y="2355300"/>
                <a:ext cx="906778" cy="59560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8A46E94E-6875-E200-2670-02EFC13A8A2C}"/>
                  </a:ext>
                </a:extLst>
              </p:cNvPr>
              <p:cNvSpPr/>
              <p:nvPr/>
            </p:nvSpPr>
            <p:spPr>
              <a:xfrm>
                <a:off x="4966385" y="1179584"/>
                <a:ext cx="1298915" cy="68008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75" dirty="0"/>
                  <a:t>Centre-Surround filter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75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75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275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275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75" dirty="0"/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8A46E94E-6875-E200-2670-02EFC13A8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85" y="1179584"/>
                <a:ext cx="1298915" cy="680086"/>
              </a:xfrm>
              <a:prstGeom prst="roundRect">
                <a:avLst/>
              </a:prstGeom>
              <a:blipFill>
                <a:blip r:embed="rId8"/>
                <a:stretch>
                  <a:fillRect b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70D5E9-2C3B-C27C-0F45-B96F7C76268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059429" y="1817430"/>
            <a:ext cx="0" cy="5378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9B79B5-B240-58A8-79BF-F956FB7BDBE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512820" y="2653102"/>
            <a:ext cx="6561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0903EA-B8EF-811C-47F3-A6E1DCD715F1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5615842" y="1859671"/>
            <a:ext cx="6516" cy="495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A26665-8258-7A24-1B57-F60FE48DC25C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4486770" y="1519628"/>
            <a:ext cx="47961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076F252-430E-9AEA-C61A-54AA8AFEEB62}"/>
                  </a:ext>
                </a:extLst>
              </p:cNvPr>
              <p:cNvSpPr/>
              <p:nvPr/>
            </p:nvSpPr>
            <p:spPr>
              <a:xfrm>
                <a:off x="6533470" y="3253352"/>
                <a:ext cx="762574" cy="7399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𝐵𝑖𝑝</m:t>
                          </m:r>
                        </m:sub>
                      </m:sSub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076F252-430E-9AEA-C61A-54AA8AFEEB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470" y="3253352"/>
                <a:ext cx="762574" cy="73993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E04AA31-9BF8-1819-FA9F-D90B0E588964}"/>
                  </a:ext>
                </a:extLst>
              </p:cNvPr>
              <p:cNvSpPr/>
              <p:nvPr/>
            </p:nvSpPr>
            <p:spPr>
              <a:xfrm>
                <a:off x="6533470" y="2355300"/>
                <a:ext cx="762574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88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88" i="1"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lang="en-US" sz="1488" i="1" dirty="0"/>
              </a:p>
            </p:txBody>
          </p:sp>
        </mc:Choice>
        <mc:Fallback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E04AA31-9BF8-1819-FA9F-D90B0E5889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470" y="2355300"/>
                <a:ext cx="762574" cy="595604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7FCD67F-EDB7-3E3D-CB4E-21DBFE2F28AC}"/>
                  </a:ext>
                </a:extLst>
              </p:cNvPr>
              <p:cNvSpPr/>
              <p:nvPr/>
            </p:nvSpPr>
            <p:spPr>
              <a:xfrm>
                <a:off x="7554582" y="2355300"/>
                <a:ext cx="854681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88">
                        <a:latin typeface="Cambria Math" panose="02040503050406030204" pitchFamily="18" charset="0"/>
                      </a:rPr>
                      <m:t>PF</m:t>
                    </m:r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7FCD67F-EDB7-3E3D-CB4E-21DBFE2F2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582" y="2355300"/>
                <a:ext cx="854681" cy="595604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FE36D2-D8AC-5A3E-FA6C-DA5D5975874B}"/>
                  </a:ext>
                </a:extLst>
              </p:cNvPr>
              <p:cNvSpPr/>
              <p:nvPr/>
            </p:nvSpPr>
            <p:spPr>
              <a:xfrm>
                <a:off x="8667800" y="2355300"/>
                <a:ext cx="871954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Spatial</a:t>
                </a:r>
              </a:p>
              <a:p>
                <a:pPr algn="ctr"/>
                <a:r>
                  <a:rPr lang="en-US" sz="1488" dirty="0"/>
                  <a:t>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FE36D2-D8AC-5A3E-FA6C-DA5D59758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800" y="2355300"/>
                <a:ext cx="871954" cy="595604"/>
              </a:xfrm>
              <a:prstGeom prst="roundRect">
                <a:avLst/>
              </a:prstGeom>
              <a:blipFill>
                <a:blip r:embed="rId12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2E05166-AA72-A2D0-6D04-FECA7C6EBAE6}"/>
                  </a:ext>
                </a:extLst>
              </p:cNvPr>
              <p:cNvSpPr/>
              <p:nvPr/>
            </p:nvSpPr>
            <p:spPr>
              <a:xfrm>
                <a:off x="8243529" y="1176487"/>
                <a:ext cx="1965947" cy="68008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75" dirty="0"/>
                  <a:t>Integrate diff. eq.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7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75" i="1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e>
                            <m:sub>
                              <m:r>
                                <a:rPr lang="en-US" sz="1275" i="1">
                                  <a:latin typeface="Cambria Math" panose="02040503050406030204" pitchFamily="18" charset="0"/>
                                </a:rPr>
                                <m:t>𝐵𝑖𝑝</m:t>
                              </m:r>
                            </m:sub>
                          </m:sSub>
                        </m:num>
                        <m:den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2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  <m:r>
                        <a:rPr lang="en-US" sz="1275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𝑏𝑖𝑝</m:t>
                          </m:r>
                        </m:sub>
                      </m:sSub>
                    </m:oMath>
                  </m:oMathPara>
                </a14:m>
                <a:endParaRPr lang="en-US" sz="1275" dirty="0"/>
              </a:p>
            </p:txBody>
          </p:sp>
        </mc:Choice>
        <mc:Fallback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2E05166-AA72-A2D0-6D04-FECA7C6EBA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529" y="1176487"/>
                <a:ext cx="1965947" cy="68008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8C250B-CAC8-5680-D7C8-2376B3BB0333}"/>
              </a:ext>
            </a:extLst>
          </p:cNvPr>
          <p:cNvCxnSpPr>
            <a:cxnSpLocks/>
            <a:stCxn id="8" idx="3"/>
            <a:endCxn id="30" idx="1"/>
          </p:cNvCxnSpPr>
          <p:nvPr/>
        </p:nvCxnSpPr>
        <p:spPr>
          <a:xfrm flipV="1">
            <a:off x="6265300" y="1516532"/>
            <a:ext cx="1978229" cy="30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BB37BE4-8FA1-85EC-E124-86DA75B505EF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7296045" y="2653102"/>
            <a:ext cx="2585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5CD4F8-9FE9-9225-3CAB-2462537432BE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8409263" y="2653102"/>
            <a:ext cx="2585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B65D025-52CB-BFA4-138A-09A931908F11}"/>
              </a:ext>
            </a:extLst>
          </p:cNvPr>
          <p:cNvCxnSpPr>
            <a:cxnSpLocks/>
          </p:cNvCxnSpPr>
          <p:nvPr/>
        </p:nvCxnSpPr>
        <p:spPr>
          <a:xfrm flipV="1">
            <a:off x="7296043" y="1863536"/>
            <a:ext cx="2635408" cy="1613224"/>
          </a:xfrm>
          <a:prstGeom prst="bentConnector3">
            <a:avLst>
              <a:gd name="adj1" fmla="val 10009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575D8F3-E25B-4753-31DE-5D9E1AC2333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6914757" y="2950905"/>
            <a:ext cx="0" cy="3024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B18A4BB-8549-1BEA-ACD7-D6C67EBB44C4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0209476" y="1516530"/>
            <a:ext cx="555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BB42B7D6-B32E-DDBC-CA7B-6EEAEBD47511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7296045" y="1516530"/>
            <a:ext cx="2913431" cy="2178956"/>
          </a:xfrm>
          <a:prstGeom prst="bentConnector3">
            <a:avLst>
              <a:gd name="adj1" fmla="val -833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FBB24522-9C73-6A14-CA05-24E8CE1A9560}"/>
                  </a:ext>
                </a:extLst>
              </p:cNvPr>
              <p:cNvSpPr/>
              <p:nvPr/>
            </p:nvSpPr>
            <p:spPr>
              <a:xfrm>
                <a:off x="10764311" y="1194962"/>
                <a:ext cx="836756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HPF</a:t>
                </a:r>
                <a14:m>
                  <m:oMath xmlns:m="http://schemas.openxmlformats.org/officeDocument/2006/math"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FBB24522-9C73-6A14-CA05-24E8CE1A9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4311" y="1194962"/>
                <a:ext cx="836756" cy="595604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C711C5B4-F995-B179-C5D5-8938CC6187E9}"/>
                  </a:ext>
                </a:extLst>
              </p:cNvPr>
              <p:cNvSpPr/>
              <p:nvPr/>
            </p:nvSpPr>
            <p:spPr>
              <a:xfrm>
                <a:off x="11994892" y="1189876"/>
                <a:ext cx="601563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88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1488" i="1"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lang="en-US" sz="1488" i="1" dirty="0"/>
              </a:p>
            </p:txBody>
          </p:sp>
        </mc:Choice>
        <mc:Fallback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C711C5B4-F995-B179-C5D5-8938CC6187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892" y="1189876"/>
                <a:ext cx="601563" cy="595604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EBD0CE2-2B8C-19F0-F93A-0A0078139D7C}"/>
              </a:ext>
            </a:extLst>
          </p:cNvPr>
          <p:cNvSpPr/>
          <p:nvPr/>
        </p:nvSpPr>
        <p:spPr>
          <a:xfrm>
            <a:off x="13151289" y="985155"/>
            <a:ext cx="1179666" cy="9948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88" dirty="0"/>
              <a:t>Leaky</a:t>
            </a:r>
          </a:p>
          <a:p>
            <a:pPr algn="ctr"/>
            <a:r>
              <a:rPr lang="en-US" sz="1488" i="1" dirty="0"/>
              <a:t>Integrate</a:t>
            </a:r>
          </a:p>
          <a:p>
            <a:pPr algn="ctr"/>
            <a:r>
              <a:rPr lang="en-US" sz="1488" i="1" dirty="0"/>
              <a:t>Neurons 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848CCEB-D272-7653-4981-17418F9490AD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 flipV="1">
            <a:off x="11601066" y="1487679"/>
            <a:ext cx="393824" cy="50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61B490-7448-CB3E-0373-88ABD12831CA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 flipV="1">
            <a:off x="12596454" y="1482592"/>
            <a:ext cx="554835" cy="50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5C1C040-DBE0-DB72-420A-44D544A6521A}"/>
              </a:ext>
            </a:extLst>
          </p:cNvPr>
          <p:cNvSpPr txBox="1"/>
          <p:nvPr/>
        </p:nvSpPr>
        <p:spPr>
          <a:xfrm>
            <a:off x="1176573" y="754431"/>
            <a:ext cx="3395987" cy="2885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75" b="1" dirty="0">
                <a:solidFill>
                  <a:srgbClr val="2526DA"/>
                </a:solidFill>
              </a:rPr>
              <a:t>Centre current computation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DA03AC7-66CC-3229-E596-789C2508AE28}"/>
                  </a:ext>
                </a:extLst>
              </p:cNvPr>
              <p:cNvSpPr txBox="1"/>
              <p:nvPr/>
            </p:nvSpPr>
            <p:spPr>
              <a:xfrm>
                <a:off x="4511876" y="1155683"/>
                <a:ext cx="440056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DA03AC7-66CC-3229-E596-789C2508A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76" y="1155683"/>
                <a:ext cx="440056" cy="3867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FA6415-5D6B-36D8-1D2E-D9E98F65C7DB}"/>
                  </a:ext>
                </a:extLst>
              </p:cNvPr>
              <p:cNvSpPr txBox="1"/>
              <p:nvPr/>
            </p:nvSpPr>
            <p:spPr>
              <a:xfrm>
                <a:off x="5226330" y="1987903"/>
                <a:ext cx="367760" cy="386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FA6415-5D6B-36D8-1D2E-D9E98F65C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330" y="1987903"/>
                <a:ext cx="367760" cy="38670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0AF45E9C-D2C3-B1B4-E749-8AFDF0B04E22}"/>
              </a:ext>
            </a:extLst>
          </p:cNvPr>
          <p:cNvSpPr txBox="1"/>
          <p:nvPr/>
        </p:nvSpPr>
        <p:spPr>
          <a:xfrm>
            <a:off x="3542482" y="3076650"/>
            <a:ext cx="2609699" cy="2885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75" b="1" dirty="0">
                <a:solidFill>
                  <a:srgbClr val="D925DA"/>
                </a:solidFill>
              </a:rPr>
              <a:t>Surround current computation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96A583C-9F46-F9BA-5ED7-2636AC82A4EF}"/>
              </a:ext>
            </a:extLst>
          </p:cNvPr>
          <p:cNvGrpSpPr/>
          <p:nvPr/>
        </p:nvGrpSpPr>
        <p:grpSpPr>
          <a:xfrm>
            <a:off x="1109117" y="70027"/>
            <a:ext cx="5334516" cy="622180"/>
            <a:chOff x="1109145" y="240627"/>
            <a:chExt cx="5020721" cy="585581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6C3577E-48A7-2D61-EF87-E848F9EB9A49}"/>
                </a:ext>
              </a:extLst>
            </p:cNvPr>
            <p:cNvSpPr txBox="1"/>
            <p:nvPr/>
          </p:nvSpPr>
          <p:spPr>
            <a:xfrm>
              <a:off x="1109146" y="240627"/>
              <a:ext cx="4974154" cy="363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13" b="1" dirty="0">
                  <a:solidFill>
                    <a:srgbClr val="7E25DA"/>
                  </a:solidFill>
                </a:rPr>
                <a:t>Outer Plexiform Layer (OPL)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54D96E9-3AD0-F15D-AAAB-A523909E6F61}"/>
                </a:ext>
              </a:extLst>
            </p:cNvPr>
            <p:cNvSpPr txBox="1"/>
            <p:nvPr/>
          </p:nvSpPr>
          <p:spPr>
            <a:xfrm>
              <a:off x="1109145" y="523802"/>
              <a:ext cx="5020721" cy="302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88" b="1" dirty="0">
                  <a:solidFill>
                    <a:srgbClr val="7E25DA"/>
                  </a:solidFill>
                </a:rPr>
                <a:t>Models photoreceptors and horizontal cells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42056B1-09A3-85B0-4A4E-7B0F46999F4A}"/>
              </a:ext>
            </a:extLst>
          </p:cNvPr>
          <p:cNvGrpSpPr/>
          <p:nvPr/>
        </p:nvGrpSpPr>
        <p:grpSpPr>
          <a:xfrm>
            <a:off x="6438476" y="71772"/>
            <a:ext cx="5300410" cy="622180"/>
            <a:chOff x="1109145" y="240627"/>
            <a:chExt cx="5020721" cy="585581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5ABD0EC-1A16-BCB3-C3CB-0D7C01EC2598}"/>
                </a:ext>
              </a:extLst>
            </p:cNvPr>
            <p:cNvSpPr txBox="1"/>
            <p:nvPr/>
          </p:nvSpPr>
          <p:spPr>
            <a:xfrm>
              <a:off x="1109146" y="240627"/>
              <a:ext cx="4974154" cy="363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13" b="1" dirty="0">
                  <a:solidFill>
                    <a:srgbClr val="25DA7E"/>
                  </a:solidFill>
                </a:rPr>
                <a:t>Contrast Gain Control 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0E63C2C-3FF1-D414-282F-E27D4A7D7A73}"/>
                </a:ext>
              </a:extLst>
            </p:cNvPr>
            <p:cNvSpPr txBox="1"/>
            <p:nvPr/>
          </p:nvSpPr>
          <p:spPr>
            <a:xfrm>
              <a:off x="1109145" y="523802"/>
              <a:ext cx="5020721" cy="302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88" b="1" dirty="0">
                  <a:solidFill>
                    <a:srgbClr val="25DA7E"/>
                  </a:solidFill>
                </a:rPr>
                <a:t>Models Bipolar Cells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7C409FB-7A5C-D052-E21B-B84FBCC6A4F2}"/>
              </a:ext>
            </a:extLst>
          </p:cNvPr>
          <p:cNvGrpSpPr/>
          <p:nvPr/>
        </p:nvGrpSpPr>
        <p:grpSpPr>
          <a:xfrm>
            <a:off x="11833879" y="70925"/>
            <a:ext cx="2771754" cy="635204"/>
            <a:chOff x="1109145" y="240627"/>
            <a:chExt cx="5020721" cy="573033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D492BB8-6481-91F9-1189-A0FB081B03E3}"/>
                </a:ext>
              </a:extLst>
            </p:cNvPr>
            <p:cNvSpPr txBox="1"/>
            <p:nvPr/>
          </p:nvSpPr>
          <p:spPr>
            <a:xfrm>
              <a:off x="1109147" y="240627"/>
              <a:ext cx="4974154" cy="348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13" b="1" dirty="0">
                  <a:solidFill>
                    <a:srgbClr val="DA7E25"/>
                  </a:solidFill>
                </a:rPr>
                <a:t>Spiking </a:t>
              </a:r>
              <a:r>
                <a:rPr lang="en-US" sz="1913" b="1" dirty="0" err="1">
                  <a:solidFill>
                    <a:srgbClr val="DA7E25"/>
                  </a:solidFill>
                </a:rPr>
                <a:t>Behaviour</a:t>
              </a:r>
              <a:endParaRPr lang="en-US" sz="1913" b="1" dirty="0">
                <a:solidFill>
                  <a:srgbClr val="DA7E25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2FB50B7-A9CA-BBD7-B64D-541158D9887B}"/>
                </a:ext>
              </a:extLst>
            </p:cNvPr>
            <p:cNvSpPr txBox="1"/>
            <p:nvPr/>
          </p:nvSpPr>
          <p:spPr>
            <a:xfrm>
              <a:off x="1109145" y="523802"/>
              <a:ext cx="5020721" cy="289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88" b="1" dirty="0">
                  <a:solidFill>
                    <a:srgbClr val="DA7E25"/>
                  </a:solidFill>
                </a:rPr>
                <a:t>Models Retinal Ganglion Cells</a:t>
              </a:r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FB0BA77-776B-9ED4-0136-8A1F5FAEA699}"/>
              </a:ext>
            </a:extLst>
          </p:cNvPr>
          <p:cNvCxnSpPr/>
          <p:nvPr/>
        </p:nvCxnSpPr>
        <p:spPr>
          <a:xfrm>
            <a:off x="1059601" y="1519627"/>
            <a:ext cx="2604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0E0F2F5-C368-ADC0-8F9B-3B334D839245}"/>
              </a:ext>
            </a:extLst>
          </p:cNvPr>
          <p:cNvCxnSpPr/>
          <p:nvPr/>
        </p:nvCxnSpPr>
        <p:spPr>
          <a:xfrm>
            <a:off x="2256435" y="1519627"/>
            <a:ext cx="2604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2B6A478-A208-FE3E-C9A4-A142DC33E822}"/>
              </a:ext>
            </a:extLst>
          </p:cNvPr>
          <p:cNvCxnSpPr/>
          <p:nvPr/>
        </p:nvCxnSpPr>
        <p:spPr>
          <a:xfrm flipV="1">
            <a:off x="3371603" y="1512882"/>
            <a:ext cx="26048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E0C1663-E953-5999-59E0-A4FFAAA4FEDA}"/>
                  </a:ext>
                </a:extLst>
              </p:cNvPr>
              <p:cNvSpPr txBox="1"/>
              <p:nvPr/>
            </p:nvSpPr>
            <p:spPr>
              <a:xfrm>
                <a:off x="9208730" y="1886216"/>
                <a:ext cx="524141" cy="386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E0C1663-E953-5999-59E0-A4FFAAA4F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8730" y="1886216"/>
                <a:ext cx="524141" cy="386709"/>
              </a:xfrm>
              <a:prstGeom prst="rect">
                <a:avLst/>
              </a:prstGeom>
              <a:blipFill>
                <a:blip r:embed="rId18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2B0AAB6-A6A7-23D6-E8A0-249D2A7C225B}"/>
                  </a:ext>
                </a:extLst>
              </p:cNvPr>
              <p:cNvSpPr txBox="1"/>
              <p:nvPr/>
            </p:nvSpPr>
            <p:spPr>
              <a:xfrm>
                <a:off x="6922685" y="1116728"/>
                <a:ext cx="524141" cy="386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2B0AAB6-A6A7-23D6-E8A0-249D2A7C2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685" y="1116728"/>
                <a:ext cx="524141" cy="386709"/>
              </a:xfrm>
              <a:prstGeom prst="rect">
                <a:avLst/>
              </a:prstGeom>
              <a:blipFill>
                <a:blip r:embed="rId19"/>
                <a:stretch>
                  <a:fillRect r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9628A42-A1D9-A75A-F73B-6574362A3DC4}"/>
                  </a:ext>
                </a:extLst>
              </p:cNvPr>
              <p:cNvSpPr txBox="1"/>
              <p:nvPr/>
            </p:nvSpPr>
            <p:spPr>
              <a:xfrm>
                <a:off x="12537983" y="1103670"/>
                <a:ext cx="524141" cy="37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𝑔𝑎𝑛𝑔</m:t>
                          </m:r>
                        </m:sub>
                      </m:sSub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9628A42-A1D9-A75A-F73B-6574362A3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7983" y="1103670"/>
                <a:ext cx="524141" cy="375296"/>
              </a:xfrm>
              <a:prstGeom prst="rect">
                <a:avLst/>
              </a:prstGeom>
              <a:blipFill>
                <a:blip r:embed="rId20"/>
                <a:stretch>
                  <a:fillRect r="-16279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CAEEC6D-B170-F69D-ADF1-1CBD52C45E8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9600" y="1519628"/>
            <a:ext cx="80336" cy="2765374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596D41D-2C62-70A6-FFC7-1F1CEA9463DD}"/>
              </a:ext>
            </a:extLst>
          </p:cNvPr>
          <p:cNvCxnSpPr>
            <a:cxnSpLocks/>
            <a:stCxn id="91" idx="2"/>
            <a:endCxn id="14" idx="0"/>
          </p:cNvCxnSpPr>
          <p:nvPr/>
        </p:nvCxnSpPr>
        <p:spPr>
          <a:xfrm rot="5400000">
            <a:off x="2481730" y="2032364"/>
            <a:ext cx="2740149" cy="17602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47A813-051C-8F30-C068-56C639E59771}"/>
              </a:ext>
            </a:extLst>
          </p:cNvPr>
          <p:cNvCxnSpPr/>
          <p:nvPr/>
        </p:nvCxnSpPr>
        <p:spPr>
          <a:xfrm>
            <a:off x="5615841" y="2196007"/>
            <a:ext cx="61639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11C8CB1-9AFA-6644-5441-2DB3A04DBD01}"/>
              </a:ext>
            </a:extLst>
          </p:cNvPr>
          <p:cNvCxnSpPr>
            <a:cxnSpLocks/>
          </p:cNvCxnSpPr>
          <p:nvPr/>
        </p:nvCxnSpPr>
        <p:spPr>
          <a:xfrm>
            <a:off x="6232517" y="2196008"/>
            <a:ext cx="11031" cy="154503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FD4AD3F-2F93-7558-A840-A6DCB3A86ACA}"/>
              </a:ext>
            </a:extLst>
          </p:cNvPr>
          <p:cNvCxnSpPr>
            <a:cxnSpLocks/>
            <a:endCxn id="17" idx="0"/>
          </p:cNvCxnSpPr>
          <p:nvPr/>
        </p:nvCxnSpPr>
        <p:spPr>
          <a:xfrm rot="10800000" flipV="1">
            <a:off x="4963768" y="3741043"/>
            <a:ext cx="1279780" cy="547859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60811C35-564E-EE5B-B134-55F7F81A3E91}"/>
              </a:ext>
            </a:extLst>
          </p:cNvPr>
          <p:cNvCxnSpPr>
            <a:stCxn id="29" idx="3"/>
          </p:cNvCxnSpPr>
          <p:nvPr/>
        </p:nvCxnSpPr>
        <p:spPr>
          <a:xfrm flipV="1">
            <a:off x="9539755" y="1863537"/>
            <a:ext cx="83907" cy="7895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B0E3C904-3AF9-8324-4210-E8D304879465}"/>
              </a:ext>
            </a:extLst>
          </p:cNvPr>
          <p:cNvCxnSpPr>
            <a:cxnSpLocks/>
            <a:endCxn id="52" idx="0"/>
          </p:cNvCxnSpPr>
          <p:nvPr/>
        </p:nvCxnSpPr>
        <p:spPr>
          <a:xfrm rot="5400000">
            <a:off x="8451878" y="3118782"/>
            <a:ext cx="1631899" cy="700538"/>
          </a:xfrm>
          <a:prstGeom prst="bentConnector3">
            <a:avLst>
              <a:gd name="adj1" fmla="val 75736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erson with his hand up&#10;&#10;AI-generated content may be incorrect.">
            <a:extLst>
              <a:ext uri="{FF2B5EF4-FFF2-40B4-BE49-F238E27FC236}">
                <a16:creationId xmlns:a16="http://schemas.microsoft.com/office/drawing/2014/main" id="{E6C95965-B66B-F4C4-563F-7326EA2A80E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" y="4285001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 descr="A person with his hand up&#10;&#10;AI-generated content may be incorrect.">
            <a:extLst>
              <a:ext uri="{FF2B5EF4-FFF2-40B4-BE49-F238E27FC236}">
                <a16:creationId xmlns:a16="http://schemas.microsoft.com/office/drawing/2014/main" id="{DAB4561E-A345-BB92-6E9D-2CFEBB7BE80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014" y="4282540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7" name="Picture 16" descr="A person with his hand up&#10;&#10;AI-generated content may be incorrect.">
            <a:extLst>
              <a:ext uri="{FF2B5EF4-FFF2-40B4-BE49-F238E27FC236}">
                <a16:creationId xmlns:a16="http://schemas.microsoft.com/office/drawing/2014/main" id="{B219E790-5BA2-5B2E-0F87-A9D62CCEE6D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79" y="4288901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FB7548-5D7F-116C-0031-35353E6567DC}"/>
              </a:ext>
            </a:extLst>
          </p:cNvPr>
          <p:cNvCxnSpPr>
            <a:cxnSpLocks/>
          </p:cNvCxnSpPr>
          <p:nvPr/>
        </p:nvCxnSpPr>
        <p:spPr>
          <a:xfrm>
            <a:off x="6496924" y="1474751"/>
            <a:ext cx="0" cy="280154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erson with his hand up&#10;&#10;AI-generated content may be incorrect.">
            <a:extLst>
              <a:ext uri="{FF2B5EF4-FFF2-40B4-BE49-F238E27FC236}">
                <a16:creationId xmlns:a16="http://schemas.microsoft.com/office/drawing/2014/main" id="{4218FD91-4465-C68A-F259-D8CE2164344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805" y="4282540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2" name="Picture 51" descr="A blurry image of a person brushing his teeth&#10;&#10;AI-generated content may be incorrect.">
            <a:extLst>
              <a:ext uri="{FF2B5EF4-FFF2-40B4-BE49-F238E27FC236}">
                <a16:creationId xmlns:a16="http://schemas.microsoft.com/office/drawing/2014/main" id="{EB995816-7DAA-BCF8-CED6-D6821A9A329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869" y="4285001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9" name="Picture 58" descr="A blurry image of a person&#10;&#10;AI-generated content may be incorrect.">
            <a:extLst>
              <a:ext uri="{FF2B5EF4-FFF2-40B4-BE49-F238E27FC236}">
                <a16:creationId xmlns:a16="http://schemas.microsoft.com/office/drawing/2014/main" id="{54FB81DA-4EC6-7F3F-BD9A-1E507695B2E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637" y="4285001"/>
            <a:ext cx="1865376" cy="17487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AA553486-A41A-DBC7-8C13-995B18576FD8}"/>
              </a:ext>
            </a:extLst>
          </p:cNvPr>
          <p:cNvCxnSpPr>
            <a:cxnSpLocks/>
            <a:endCxn id="59" idx="0"/>
          </p:cNvCxnSpPr>
          <p:nvPr/>
        </p:nvCxnSpPr>
        <p:spPr>
          <a:xfrm rot="16200000" flipH="1">
            <a:off x="10406304" y="3698980"/>
            <a:ext cx="629988" cy="542054"/>
          </a:xfrm>
          <a:prstGeom prst="bentConnector3">
            <a:avLst>
              <a:gd name="adj1" fmla="val 37149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2553E21-5AB8-44C3-3626-5DEE1792B31A}"/>
              </a:ext>
            </a:extLst>
          </p:cNvPr>
          <p:cNvCxnSpPr>
            <a:cxnSpLocks/>
            <a:endCxn id="71" idx="0"/>
          </p:cNvCxnSpPr>
          <p:nvPr/>
        </p:nvCxnSpPr>
        <p:spPr>
          <a:xfrm rot="5400000">
            <a:off x="12296135" y="2757772"/>
            <a:ext cx="2284511" cy="7525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Picture 70" descr="A person with their hands up&#10;&#10;AI-generated content may be incorrect.">
            <a:extLst>
              <a:ext uri="{FF2B5EF4-FFF2-40B4-BE49-F238E27FC236}">
                <a16:creationId xmlns:a16="http://schemas.microsoft.com/office/drawing/2014/main" id="{3B6112AA-8934-911D-122D-A403DC17531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9435" y="4276294"/>
            <a:ext cx="1865376" cy="17487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6243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1048</TotalTime>
  <Words>237</Words>
  <Application>Microsoft Office PowerPoint</Application>
  <PresentationFormat>Custom</PresentationFormat>
  <Paragraphs>96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Picture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lewandowski</dc:creator>
  <cp:lastModifiedBy>maciej lewandowski</cp:lastModifiedBy>
  <cp:revision>8</cp:revision>
  <dcterms:created xsi:type="dcterms:W3CDTF">2025-12-09T11:55:56Z</dcterms:created>
  <dcterms:modified xsi:type="dcterms:W3CDTF">2025-12-13T14:14:39Z</dcterms:modified>
</cp:coreProperties>
</file>