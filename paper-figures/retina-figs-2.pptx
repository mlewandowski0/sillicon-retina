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6"/>
  </p:notesMasterIdLst>
  <p:sldIdLst>
    <p:sldId id="256" r:id="rId2"/>
    <p:sldId id="257" r:id="rId3"/>
    <p:sldId id="260" r:id="rId4"/>
    <p:sldId id="259" r:id="rId5"/>
  </p:sldIdLst>
  <p:sldSz cx="16002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5D197"/>
    <a:srgbClr val="D925DA"/>
    <a:srgbClr val="2526DA"/>
    <a:srgbClr val="DA7E25"/>
    <a:srgbClr val="25DA7E"/>
    <a:srgbClr val="7E25DA"/>
    <a:srgbClr val="4CAD29"/>
    <a:srgbClr val="920692"/>
    <a:srgbClr val="EF915F"/>
    <a:srgbClr val="FBE3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6236" autoAdjust="0"/>
  </p:normalViewPr>
  <p:slideViewPr>
    <p:cSldViewPr snapToGrid="0">
      <p:cViewPr>
        <p:scale>
          <a:sx n="125" d="100"/>
          <a:sy n="125" d="100"/>
        </p:scale>
        <p:origin x="60" y="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C871C0-221A-49E8-B430-16ED9E6AC47C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28663" y="1143000"/>
            <a:ext cx="54006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2CD2D4-8657-4323-87EC-E08703E72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065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CD2D4-8657-4323-87EC-E08703E7266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0877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5CCBE-37A2-8FB5-9B54-E1AC260AB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AF0741-AFEC-E243-C3BB-0C41C0A298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F2E1E8-55C5-A3AF-8BF8-B37EFF7F89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BB083D-23FC-02C0-984B-387A588F84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CD2D4-8657-4323-87EC-E08703E7266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1799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CB768-D172-63BF-AA20-FDCE13C48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46F3FF-5413-44C1-0305-9E1886E42F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5ED485-9957-97A3-CF27-52322C067C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4BA403-C74B-5A39-441B-320ABBC768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CD2D4-8657-4323-87EC-E08703E7266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4108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69920-DABD-CACC-4FCC-ACF035EA0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FCCE6C-7D1B-95A7-1D7D-F461C6A6B2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4944A5-9D19-9186-9F1D-CA761F31F3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50230E-246B-4EAF-EC7B-C7AE9EB19C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CD2D4-8657-4323-87EC-E08703E7266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960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00250" y="1496484"/>
            <a:ext cx="12001500" cy="3183467"/>
          </a:xfrm>
        </p:spPr>
        <p:txBody>
          <a:bodyPr anchor="b"/>
          <a:lstStyle>
            <a:lvl1pPr algn="ctr">
              <a:defRPr sz="787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00250" y="4802717"/>
            <a:ext cx="12001500" cy="2207683"/>
          </a:xfrm>
        </p:spPr>
        <p:txBody>
          <a:bodyPr/>
          <a:lstStyle>
            <a:lvl1pPr marL="0" indent="0" algn="ctr">
              <a:buNone/>
              <a:defRPr sz="3150"/>
            </a:lvl1pPr>
            <a:lvl2pPr marL="600075" indent="0" algn="ctr">
              <a:buNone/>
              <a:defRPr sz="2625"/>
            </a:lvl2pPr>
            <a:lvl3pPr marL="1200150" indent="0" algn="ctr">
              <a:buNone/>
              <a:defRPr sz="2363"/>
            </a:lvl3pPr>
            <a:lvl4pPr marL="1800225" indent="0" algn="ctr">
              <a:buNone/>
              <a:defRPr sz="2100"/>
            </a:lvl4pPr>
            <a:lvl5pPr marL="2400300" indent="0" algn="ctr">
              <a:buNone/>
              <a:defRPr sz="2100"/>
            </a:lvl5pPr>
            <a:lvl6pPr marL="3000375" indent="0" algn="ctr">
              <a:buNone/>
              <a:defRPr sz="2100"/>
            </a:lvl6pPr>
            <a:lvl7pPr marL="3600450" indent="0" algn="ctr">
              <a:buNone/>
              <a:defRPr sz="2100"/>
            </a:lvl7pPr>
            <a:lvl8pPr marL="4200525" indent="0" algn="ctr">
              <a:buNone/>
              <a:defRPr sz="2100"/>
            </a:lvl8pPr>
            <a:lvl9pPr marL="4800600" indent="0" algn="ctr">
              <a:buNone/>
              <a:defRPr sz="21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FD2A9-3325-4BA5-BA70-B62EDFFF97DF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8563A-BD61-44A6-A6AB-113078297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194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FD2A9-3325-4BA5-BA70-B62EDFFF97DF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8563A-BD61-44A6-A6AB-113078297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799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803" y="2279652"/>
            <a:ext cx="13801725" cy="3803649"/>
          </a:xfrm>
        </p:spPr>
        <p:txBody>
          <a:bodyPr anchor="b"/>
          <a:lstStyle>
            <a:lvl1pPr>
              <a:defRPr sz="787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1803" y="6119285"/>
            <a:ext cx="13801725" cy="2000249"/>
          </a:xfrm>
        </p:spPr>
        <p:txBody>
          <a:bodyPr/>
          <a:lstStyle>
            <a:lvl1pPr marL="0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1pPr>
            <a:lvl2pPr marL="600075" indent="0">
              <a:buNone/>
              <a:defRPr sz="2625">
                <a:solidFill>
                  <a:schemeClr val="tx1">
                    <a:tint val="82000"/>
                  </a:schemeClr>
                </a:solidFill>
              </a:defRPr>
            </a:lvl2pPr>
            <a:lvl3pPr marL="1200150" indent="0">
              <a:buNone/>
              <a:defRPr sz="2363">
                <a:solidFill>
                  <a:schemeClr val="tx1">
                    <a:tint val="82000"/>
                  </a:schemeClr>
                </a:solidFill>
              </a:defRPr>
            </a:lvl3pPr>
            <a:lvl4pPr marL="1800225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4pPr>
            <a:lvl5pPr marL="2400300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5pPr>
            <a:lvl6pPr marL="3000375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6pPr>
            <a:lvl7pPr marL="3600450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7pPr>
            <a:lvl8pPr marL="4200525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8pPr>
            <a:lvl9pPr marL="4800600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FD2A9-3325-4BA5-BA70-B62EDFFF97DF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8563A-BD61-44A6-A6AB-113078297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877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0138" y="2434167"/>
            <a:ext cx="6800850" cy="580178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01013" y="2434167"/>
            <a:ext cx="6800850" cy="580178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FD2A9-3325-4BA5-BA70-B62EDFFF97DF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8563A-BD61-44A6-A6AB-113078297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883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2222" y="486834"/>
            <a:ext cx="13801725" cy="176741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2223" y="2241551"/>
            <a:ext cx="6769595" cy="1098549"/>
          </a:xfrm>
        </p:spPr>
        <p:txBody>
          <a:bodyPr anchor="b"/>
          <a:lstStyle>
            <a:lvl1pPr marL="0" indent="0">
              <a:buNone/>
              <a:defRPr sz="3150" b="1"/>
            </a:lvl1pPr>
            <a:lvl2pPr marL="600075" indent="0">
              <a:buNone/>
              <a:defRPr sz="2625" b="1"/>
            </a:lvl2pPr>
            <a:lvl3pPr marL="1200150" indent="0">
              <a:buNone/>
              <a:defRPr sz="2363" b="1"/>
            </a:lvl3pPr>
            <a:lvl4pPr marL="1800225" indent="0">
              <a:buNone/>
              <a:defRPr sz="2100" b="1"/>
            </a:lvl4pPr>
            <a:lvl5pPr marL="2400300" indent="0">
              <a:buNone/>
              <a:defRPr sz="2100" b="1"/>
            </a:lvl5pPr>
            <a:lvl6pPr marL="3000375" indent="0">
              <a:buNone/>
              <a:defRPr sz="2100" b="1"/>
            </a:lvl6pPr>
            <a:lvl7pPr marL="3600450" indent="0">
              <a:buNone/>
              <a:defRPr sz="2100" b="1"/>
            </a:lvl7pPr>
            <a:lvl8pPr marL="4200525" indent="0">
              <a:buNone/>
              <a:defRPr sz="2100" b="1"/>
            </a:lvl8pPr>
            <a:lvl9pPr marL="4800600" indent="0">
              <a:buNone/>
              <a:defRPr sz="21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2223" y="3340100"/>
            <a:ext cx="6769595" cy="491278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101013" y="2241551"/>
            <a:ext cx="6802934" cy="1098549"/>
          </a:xfrm>
        </p:spPr>
        <p:txBody>
          <a:bodyPr anchor="b"/>
          <a:lstStyle>
            <a:lvl1pPr marL="0" indent="0">
              <a:buNone/>
              <a:defRPr sz="3150" b="1"/>
            </a:lvl1pPr>
            <a:lvl2pPr marL="600075" indent="0">
              <a:buNone/>
              <a:defRPr sz="2625" b="1"/>
            </a:lvl2pPr>
            <a:lvl3pPr marL="1200150" indent="0">
              <a:buNone/>
              <a:defRPr sz="2363" b="1"/>
            </a:lvl3pPr>
            <a:lvl4pPr marL="1800225" indent="0">
              <a:buNone/>
              <a:defRPr sz="2100" b="1"/>
            </a:lvl4pPr>
            <a:lvl5pPr marL="2400300" indent="0">
              <a:buNone/>
              <a:defRPr sz="2100" b="1"/>
            </a:lvl5pPr>
            <a:lvl6pPr marL="3000375" indent="0">
              <a:buNone/>
              <a:defRPr sz="2100" b="1"/>
            </a:lvl6pPr>
            <a:lvl7pPr marL="3600450" indent="0">
              <a:buNone/>
              <a:defRPr sz="2100" b="1"/>
            </a:lvl7pPr>
            <a:lvl8pPr marL="4200525" indent="0">
              <a:buNone/>
              <a:defRPr sz="2100" b="1"/>
            </a:lvl8pPr>
            <a:lvl9pPr marL="4800600" indent="0">
              <a:buNone/>
              <a:defRPr sz="21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101013" y="3340100"/>
            <a:ext cx="6802934" cy="491278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FD2A9-3325-4BA5-BA70-B62EDFFF97DF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8563A-BD61-44A6-A6AB-113078297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28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FD2A9-3325-4BA5-BA70-B62EDFFF97DF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8563A-BD61-44A6-A6AB-113078297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808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FD2A9-3325-4BA5-BA70-B62EDFFF97DF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8563A-BD61-44A6-A6AB-113078297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576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2222" y="609600"/>
            <a:ext cx="5161061" cy="2133600"/>
          </a:xfrm>
        </p:spPr>
        <p:txBody>
          <a:bodyPr anchor="b"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2934" y="1316567"/>
            <a:ext cx="8101013" cy="6498167"/>
          </a:xfrm>
        </p:spPr>
        <p:txBody>
          <a:bodyPr/>
          <a:lstStyle>
            <a:lvl1pPr>
              <a:defRPr sz="4200"/>
            </a:lvl1pPr>
            <a:lvl2pPr>
              <a:defRPr sz="3675"/>
            </a:lvl2pPr>
            <a:lvl3pPr>
              <a:defRPr sz="3150"/>
            </a:lvl3pPr>
            <a:lvl4pPr>
              <a:defRPr sz="2625"/>
            </a:lvl4pPr>
            <a:lvl5pPr>
              <a:defRPr sz="2625"/>
            </a:lvl5pPr>
            <a:lvl6pPr>
              <a:defRPr sz="2625"/>
            </a:lvl6pPr>
            <a:lvl7pPr>
              <a:defRPr sz="2625"/>
            </a:lvl7pPr>
            <a:lvl8pPr>
              <a:defRPr sz="2625"/>
            </a:lvl8pPr>
            <a:lvl9pPr>
              <a:defRPr sz="2625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2222" y="2743200"/>
            <a:ext cx="5161061" cy="5082117"/>
          </a:xfrm>
        </p:spPr>
        <p:txBody>
          <a:bodyPr/>
          <a:lstStyle>
            <a:lvl1pPr marL="0" indent="0">
              <a:buNone/>
              <a:defRPr sz="2100"/>
            </a:lvl1pPr>
            <a:lvl2pPr marL="600075" indent="0">
              <a:buNone/>
              <a:defRPr sz="1838"/>
            </a:lvl2pPr>
            <a:lvl3pPr marL="1200150" indent="0">
              <a:buNone/>
              <a:defRPr sz="1575"/>
            </a:lvl3pPr>
            <a:lvl4pPr marL="1800225" indent="0">
              <a:buNone/>
              <a:defRPr sz="1313"/>
            </a:lvl4pPr>
            <a:lvl5pPr marL="2400300" indent="0">
              <a:buNone/>
              <a:defRPr sz="1313"/>
            </a:lvl5pPr>
            <a:lvl6pPr marL="3000375" indent="0">
              <a:buNone/>
              <a:defRPr sz="1313"/>
            </a:lvl6pPr>
            <a:lvl7pPr marL="3600450" indent="0">
              <a:buNone/>
              <a:defRPr sz="1313"/>
            </a:lvl7pPr>
            <a:lvl8pPr marL="4200525" indent="0">
              <a:buNone/>
              <a:defRPr sz="1313"/>
            </a:lvl8pPr>
            <a:lvl9pPr marL="4800600" indent="0">
              <a:buNone/>
              <a:defRPr sz="131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FD2A9-3325-4BA5-BA70-B62EDFFF97DF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8563A-BD61-44A6-A6AB-113078297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097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2222" y="609600"/>
            <a:ext cx="5161061" cy="2133600"/>
          </a:xfrm>
        </p:spPr>
        <p:txBody>
          <a:bodyPr anchor="b"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2934" y="1316567"/>
            <a:ext cx="8101013" cy="6498167"/>
          </a:xfrm>
        </p:spPr>
        <p:txBody>
          <a:bodyPr anchor="t"/>
          <a:lstStyle>
            <a:lvl1pPr marL="0" indent="0">
              <a:buNone/>
              <a:defRPr sz="4200"/>
            </a:lvl1pPr>
            <a:lvl2pPr marL="600075" indent="0">
              <a:buNone/>
              <a:defRPr sz="3675"/>
            </a:lvl2pPr>
            <a:lvl3pPr marL="1200150" indent="0">
              <a:buNone/>
              <a:defRPr sz="3150"/>
            </a:lvl3pPr>
            <a:lvl4pPr marL="1800225" indent="0">
              <a:buNone/>
              <a:defRPr sz="2625"/>
            </a:lvl4pPr>
            <a:lvl5pPr marL="2400300" indent="0">
              <a:buNone/>
              <a:defRPr sz="2625"/>
            </a:lvl5pPr>
            <a:lvl6pPr marL="3000375" indent="0">
              <a:buNone/>
              <a:defRPr sz="2625"/>
            </a:lvl6pPr>
            <a:lvl7pPr marL="3600450" indent="0">
              <a:buNone/>
              <a:defRPr sz="2625"/>
            </a:lvl7pPr>
            <a:lvl8pPr marL="4200525" indent="0">
              <a:buNone/>
              <a:defRPr sz="2625"/>
            </a:lvl8pPr>
            <a:lvl9pPr marL="4800600" indent="0">
              <a:buNone/>
              <a:defRPr sz="2625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2222" y="2743200"/>
            <a:ext cx="5161061" cy="5082117"/>
          </a:xfrm>
        </p:spPr>
        <p:txBody>
          <a:bodyPr/>
          <a:lstStyle>
            <a:lvl1pPr marL="0" indent="0">
              <a:buNone/>
              <a:defRPr sz="2100"/>
            </a:lvl1pPr>
            <a:lvl2pPr marL="600075" indent="0">
              <a:buNone/>
              <a:defRPr sz="1838"/>
            </a:lvl2pPr>
            <a:lvl3pPr marL="1200150" indent="0">
              <a:buNone/>
              <a:defRPr sz="1575"/>
            </a:lvl3pPr>
            <a:lvl4pPr marL="1800225" indent="0">
              <a:buNone/>
              <a:defRPr sz="1313"/>
            </a:lvl4pPr>
            <a:lvl5pPr marL="2400300" indent="0">
              <a:buNone/>
              <a:defRPr sz="1313"/>
            </a:lvl5pPr>
            <a:lvl6pPr marL="3000375" indent="0">
              <a:buNone/>
              <a:defRPr sz="1313"/>
            </a:lvl6pPr>
            <a:lvl7pPr marL="3600450" indent="0">
              <a:buNone/>
              <a:defRPr sz="1313"/>
            </a:lvl7pPr>
            <a:lvl8pPr marL="4200525" indent="0">
              <a:buNone/>
              <a:defRPr sz="1313"/>
            </a:lvl8pPr>
            <a:lvl9pPr marL="4800600" indent="0">
              <a:buNone/>
              <a:defRPr sz="131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FD2A9-3325-4BA5-BA70-B62EDFFF97DF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8563A-BD61-44A6-A6AB-113078297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711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FD2A9-3325-4BA5-BA70-B62EDFFF97DF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8563A-BD61-44A6-A6AB-113078297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316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451431" y="486834"/>
            <a:ext cx="3450431" cy="774911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00137" y="486834"/>
            <a:ext cx="10151269" cy="774911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FD2A9-3325-4BA5-BA70-B62EDFFF97DF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8563A-BD61-44A6-A6AB-113078297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594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00138" y="486834"/>
            <a:ext cx="138017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0138" y="2434167"/>
            <a:ext cx="138017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0138" y="8475134"/>
            <a:ext cx="36004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2FD2A9-3325-4BA5-BA70-B62EDFFF97DF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00663" y="8475134"/>
            <a:ext cx="54006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01413" y="8475134"/>
            <a:ext cx="36004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98563A-BD61-44A6-A6AB-113078297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155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200150" rtl="0" eaLnBrk="1" latinLnBrk="0" hangingPunct="1">
        <a:lnSpc>
          <a:spcPct val="90000"/>
        </a:lnSpc>
        <a:spcBef>
          <a:spcPct val="0"/>
        </a:spcBef>
        <a:buNone/>
        <a:defRPr sz="57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0038" indent="-300038" algn="l" defTabSz="1200150" rtl="0" eaLnBrk="1" latinLnBrk="0" hangingPunct="1">
        <a:lnSpc>
          <a:spcPct val="90000"/>
        </a:lnSpc>
        <a:spcBef>
          <a:spcPts val="1313"/>
        </a:spcBef>
        <a:buFont typeface="Arial" panose="020B0604020202020204" pitchFamily="34" charset="0"/>
        <a:buChar char="•"/>
        <a:defRPr sz="3675" kern="1200">
          <a:solidFill>
            <a:schemeClr val="tx1"/>
          </a:solidFill>
          <a:latin typeface="+mn-lt"/>
          <a:ea typeface="+mn-ea"/>
          <a:cs typeface="+mn-cs"/>
        </a:defRPr>
      </a:lvl1pPr>
      <a:lvl2pPr marL="900113" indent="-300038" algn="l" defTabSz="1200150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2pPr>
      <a:lvl3pPr marL="1500188" indent="-300038" algn="l" defTabSz="1200150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625" kern="1200">
          <a:solidFill>
            <a:schemeClr val="tx1"/>
          </a:solidFill>
          <a:latin typeface="+mn-lt"/>
          <a:ea typeface="+mn-ea"/>
          <a:cs typeface="+mn-cs"/>
        </a:defRPr>
      </a:lvl3pPr>
      <a:lvl4pPr marL="2100263" indent="-300038" algn="l" defTabSz="1200150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3" kern="1200">
          <a:solidFill>
            <a:schemeClr val="tx1"/>
          </a:solidFill>
          <a:latin typeface="+mn-lt"/>
          <a:ea typeface="+mn-ea"/>
          <a:cs typeface="+mn-cs"/>
        </a:defRPr>
      </a:lvl4pPr>
      <a:lvl5pPr marL="2700338" indent="-300038" algn="l" defTabSz="1200150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3" kern="1200">
          <a:solidFill>
            <a:schemeClr val="tx1"/>
          </a:solidFill>
          <a:latin typeface="+mn-lt"/>
          <a:ea typeface="+mn-ea"/>
          <a:cs typeface="+mn-cs"/>
        </a:defRPr>
      </a:lvl5pPr>
      <a:lvl6pPr marL="3300413" indent="-300038" algn="l" defTabSz="1200150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3" kern="1200">
          <a:solidFill>
            <a:schemeClr val="tx1"/>
          </a:solidFill>
          <a:latin typeface="+mn-lt"/>
          <a:ea typeface="+mn-ea"/>
          <a:cs typeface="+mn-cs"/>
        </a:defRPr>
      </a:lvl6pPr>
      <a:lvl7pPr marL="3900488" indent="-300038" algn="l" defTabSz="1200150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3" kern="1200">
          <a:solidFill>
            <a:schemeClr val="tx1"/>
          </a:solidFill>
          <a:latin typeface="+mn-lt"/>
          <a:ea typeface="+mn-ea"/>
          <a:cs typeface="+mn-cs"/>
        </a:defRPr>
      </a:lvl7pPr>
      <a:lvl8pPr marL="4500563" indent="-300038" algn="l" defTabSz="1200150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3" kern="1200">
          <a:solidFill>
            <a:schemeClr val="tx1"/>
          </a:solidFill>
          <a:latin typeface="+mn-lt"/>
          <a:ea typeface="+mn-ea"/>
          <a:cs typeface="+mn-cs"/>
        </a:defRPr>
      </a:lvl8pPr>
      <a:lvl9pPr marL="5100638" indent="-300038" algn="l" defTabSz="1200150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00150" rtl="0" eaLnBrk="1" latinLnBrk="0" hangingPunct="1">
        <a:defRPr sz="2363" kern="1200">
          <a:solidFill>
            <a:schemeClr val="tx1"/>
          </a:solidFill>
          <a:latin typeface="+mn-lt"/>
          <a:ea typeface="+mn-ea"/>
          <a:cs typeface="+mn-cs"/>
        </a:defRPr>
      </a:lvl1pPr>
      <a:lvl2pPr marL="600075" algn="l" defTabSz="1200150" rtl="0" eaLnBrk="1" latinLnBrk="0" hangingPunct="1">
        <a:defRPr sz="2363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algn="l" defTabSz="1200150" rtl="0" eaLnBrk="1" latinLnBrk="0" hangingPunct="1">
        <a:defRPr sz="2363" kern="1200">
          <a:solidFill>
            <a:schemeClr val="tx1"/>
          </a:solidFill>
          <a:latin typeface="+mn-lt"/>
          <a:ea typeface="+mn-ea"/>
          <a:cs typeface="+mn-cs"/>
        </a:defRPr>
      </a:lvl3pPr>
      <a:lvl4pPr marL="1800225" algn="l" defTabSz="1200150" rtl="0" eaLnBrk="1" latinLnBrk="0" hangingPunct="1">
        <a:defRPr sz="2363" kern="1200">
          <a:solidFill>
            <a:schemeClr val="tx1"/>
          </a:solidFill>
          <a:latin typeface="+mn-lt"/>
          <a:ea typeface="+mn-ea"/>
          <a:cs typeface="+mn-cs"/>
        </a:defRPr>
      </a:lvl4pPr>
      <a:lvl5pPr marL="2400300" algn="l" defTabSz="1200150" rtl="0" eaLnBrk="1" latinLnBrk="0" hangingPunct="1">
        <a:defRPr sz="2363" kern="1200">
          <a:solidFill>
            <a:schemeClr val="tx1"/>
          </a:solidFill>
          <a:latin typeface="+mn-lt"/>
          <a:ea typeface="+mn-ea"/>
          <a:cs typeface="+mn-cs"/>
        </a:defRPr>
      </a:lvl5pPr>
      <a:lvl6pPr marL="3000375" algn="l" defTabSz="1200150" rtl="0" eaLnBrk="1" latinLnBrk="0" hangingPunct="1">
        <a:defRPr sz="2363" kern="1200">
          <a:solidFill>
            <a:schemeClr val="tx1"/>
          </a:solidFill>
          <a:latin typeface="+mn-lt"/>
          <a:ea typeface="+mn-ea"/>
          <a:cs typeface="+mn-cs"/>
        </a:defRPr>
      </a:lvl6pPr>
      <a:lvl7pPr marL="3600450" algn="l" defTabSz="1200150" rtl="0" eaLnBrk="1" latinLnBrk="0" hangingPunct="1">
        <a:defRPr sz="2363" kern="1200">
          <a:solidFill>
            <a:schemeClr val="tx1"/>
          </a:solidFill>
          <a:latin typeface="+mn-lt"/>
          <a:ea typeface="+mn-ea"/>
          <a:cs typeface="+mn-cs"/>
        </a:defRPr>
      </a:lvl7pPr>
      <a:lvl8pPr marL="4200525" algn="l" defTabSz="1200150" rtl="0" eaLnBrk="1" latinLnBrk="0" hangingPunct="1">
        <a:defRPr sz="2363" kern="1200">
          <a:solidFill>
            <a:schemeClr val="tx1"/>
          </a:solidFill>
          <a:latin typeface="+mn-lt"/>
          <a:ea typeface="+mn-ea"/>
          <a:cs typeface="+mn-cs"/>
        </a:defRPr>
      </a:lvl8pPr>
      <a:lvl9pPr marL="4800600" algn="l" defTabSz="1200150" rtl="0" eaLnBrk="1" latinLnBrk="0" hangingPunct="1">
        <a:defRPr sz="23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oleObject" Target="../embeddings/oleObject1.bin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microsoft.com/office/2007/relationships/hdphoto" Target="../media/hdphoto1.wdp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jpg"/><Relationship Id="rId15" Type="http://schemas.openxmlformats.org/officeDocument/2006/relationships/image" Target="../media/image13.jpeg"/><Relationship Id="rId10" Type="http://schemas.openxmlformats.org/officeDocument/2006/relationships/image" Target="../media/image8.png"/><Relationship Id="rId19" Type="http://schemas.openxmlformats.org/officeDocument/2006/relationships/image" Target="../media/image15.wmf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oleObject" Target="../embeddings/oleObject1.bin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microsoft.com/office/2007/relationships/hdphoto" Target="../media/hdphoto1.wdp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jpg"/><Relationship Id="rId15" Type="http://schemas.openxmlformats.org/officeDocument/2006/relationships/image" Target="../media/image13.jpeg"/><Relationship Id="rId10" Type="http://schemas.openxmlformats.org/officeDocument/2006/relationships/image" Target="../media/image8.png"/><Relationship Id="rId19" Type="http://schemas.openxmlformats.org/officeDocument/2006/relationships/image" Target="../media/image15.wmf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18" Type="http://schemas.openxmlformats.org/officeDocument/2006/relationships/image" Target="../media/image31.png"/><Relationship Id="rId26" Type="http://schemas.openxmlformats.org/officeDocument/2006/relationships/image" Target="../media/image39.png"/><Relationship Id="rId3" Type="http://schemas.openxmlformats.org/officeDocument/2006/relationships/image" Target="../media/image16.png"/><Relationship Id="rId21" Type="http://schemas.openxmlformats.org/officeDocument/2006/relationships/image" Target="../media/image34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17" Type="http://schemas.openxmlformats.org/officeDocument/2006/relationships/image" Target="../media/image30.png"/><Relationship Id="rId25" Type="http://schemas.openxmlformats.org/officeDocument/2006/relationships/image" Target="../media/image38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9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24" Type="http://schemas.openxmlformats.org/officeDocument/2006/relationships/image" Target="../media/image37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23" Type="http://schemas.openxmlformats.org/officeDocument/2006/relationships/image" Target="../media/image36.png"/><Relationship Id="rId10" Type="http://schemas.openxmlformats.org/officeDocument/2006/relationships/image" Target="../media/image23.png"/><Relationship Id="rId19" Type="http://schemas.openxmlformats.org/officeDocument/2006/relationships/image" Target="../media/image32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Relationship Id="rId22" Type="http://schemas.openxmlformats.org/officeDocument/2006/relationships/image" Target="../media/image35.png"/><Relationship Id="rId27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Rectangle 336">
            <a:extLst>
              <a:ext uri="{FF2B5EF4-FFF2-40B4-BE49-F238E27FC236}">
                <a16:creationId xmlns:a16="http://schemas.microsoft.com/office/drawing/2014/main" id="{72649203-E47A-5C9E-B3AD-9823ECCA23E6}"/>
              </a:ext>
            </a:extLst>
          </p:cNvPr>
          <p:cNvSpPr/>
          <p:nvPr/>
        </p:nvSpPr>
        <p:spPr>
          <a:xfrm>
            <a:off x="4070646" y="4355931"/>
            <a:ext cx="3206115" cy="3303270"/>
          </a:xfrm>
          <a:prstGeom prst="rect">
            <a:avLst/>
          </a:prstGeom>
          <a:solidFill>
            <a:schemeClr val="tx2">
              <a:lumMod val="50000"/>
              <a:lumOff val="50000"/>
              <a:alpha val="69804"/>
            </a:schemeClr>
          </a:solidFill>
          <a:ln w="28575">
            <a:solidFill>
              <a:schemeClr val="accent3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13"/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933D602F-2C18-DB05-1976-8571C5A6E484}"/>
              </a:ext>
            </a:extLst>
          </p:cNvPr>
          <p:cNvSpPr/>
          <p:nvPr/>
        </p:nvSpPr>
        <p:spPr>
          <a:xfrm>
            <a:off x="7369706" y="4347885"/>
            <a:ext cx="3303270" cy="3303270"/>
          </a:xfrm>
          <a:prstGeom prst="rect">
            <a:avLst/>
          </a:prstGeom>
          <a:solidFill>
            <a:schemeClr val="tx2">
              <a:lumMod val="50000"/>
              <a:lumOff val="50000"/>
              <a:alpha val="69804"/>
            </a:schemeClr>
          </a:solidFill>
          <a:ln w="28575">
            <a:solidFill>
              <a:schemeClr val="accent3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13"/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737A3053-465E-561B-2CF9-F1DAB88CA9A1}"/>
              </a:ext>
            </a:extLst>
          </p:cNvPr>
          <p:cNvSpPr/>
          <p:nvPr/>
        </p:nvSpPr>
        <p:spPr>
          <a:xfrm>
            <a:off x="7369706" y="1014374"/>
            <a:ext cx="3303270" cy="3206115"/>
          </a:xfrm>
          <a:prstGeom prst="rect">
            <a:avLst/>
          </a:prstGeom>
          <a:solidFill>
            <a:schemeClr val="tx2">
              <a:lumMod val="50000"/>
              <a:lumOff val="50000"/>
              <a:alpha val="69804"/>
            </a:schemeClr>
          </a:solidFill>
          <a:ln w="28575">
            <a:solidFill>
              <a:schemeClr val="accent3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13"/>
          </a:p>
        </p:txBody>
      </p:sp>
      <p:sp>
        <p:nvSpPr>
          <p:cNvPr id="333" name="Rectangle 332">
            <a:extLst>
              <a:ext uri="{FF2B5EF4-FFF2-40B4-BE49-F238E27FC236}">
                <a16:creationId xmlns:a16="http://schemas.microsoft.com/office/drawing/2014/main" id="{5845679B-6BEC-7857-1C4D-3FE6269758BE}"/>
              </a:ext>
            </a:extLst>
          </p:cNvPr>
          <p:cNvSpPr/>
          <p:nvPr/>
        </p:nvSpPr>
        <p:spPr>
          <a:xfrm>
            <a:off x="4072749" y="1014373"/>
            <a:ext cx="3206115" cy="3206115"/>
          </a:xfrm>
          <a:prstGeom prst="rect">
            <a:avLst/>
          </a:prstGeom>
          <a:solidFill>
            <a:schemeClr val="tx2">
              <a:lumMod val="50000"/>
              <a:lumOff val="50000"/>
              <a:alpha val="69804"/>
            </a:schemeClr>
          </a:solidFill>
          <a:ln w="28575">
            <a:solidFill>
              <a:schemeClr val="accent3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13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BEE56EF-5894-86E0-9795-9B4029154AAE}"/>
              </a:ext>
            </a:extLst>
          </p:cNvPr>
          <p:cNvGrpSpPr/>
          <p:nvPr/>
        </p:nvGrpSpPr>
        <p:grpSpPr>
          <a:xfrm>
            <a:off x="4151243" y="1095669"/>
            <a:ext cx="1214437" cy="1222772"/>
            <a:chOff x="1295400" y="590550"/>
            <a:chExt cx="1143000" cy="115084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6F5A9E2-4116-2961-3F51-2C8E00657C77}"/>
                </a:ext>
              </a:extLst>
            </p:cNvPr>
            <p:cNvSpPr/>
            <p:nvPr/>
          </p:nvSpPr>
          <p:spPr>
            <a:xfrm>
              <a:off x="1295400" y="590550"/>
              <a:ext cx="1143000" cy="1143000"/>
            </a:xfrm>
            <a:prstGeom prst="rect">
              <a:avLst/>
            </a:prstGeom>
            <a:solidFill>
              <a:srgbClr val="99CC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3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DA04542-D415-79C9-B16A-D8847EA2D329}"/>
                </a:ext>
              </a:extLst>
            </p:cNvPr>
            <p:cNvSpPr/>
            <p:nvPr/>
          </p:nvSpPr>
          <p:spPr>
            <a:xfrm>
              <a:off x="1295400" y="590550"/>
              <a:ext cx="594360" cy="594360"/>
            </a:xfrm>
            <a:prstGeom prst="rect">
              <a:avLst/>
            </a:prstGeom>
            <a:solidFill>
              <a:srgbClr val="FFFF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3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CF7D5CD-5421-28C0-9A06-77AC2893E403}"/>
                </a:ext>
              </a:extLst>
            </p:cNvPr>
            <p:cNvSpPr txBox="1"/>
            <p:nvPr/>
          </p:nvSpPr>
          <p:spPr>
            <a:xfrm>
              <a:off x="1364065" y="1162050"/>
              <a:ext cx="1051389" cy="5793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700" b="1" dirty="0">
                  <a:solidFill>
                    <a:schemeClr val="bg1"/>
                  </a:solidFill>
                </a:rPr>
                <a:t>PE[0,0]</a:t>
              </a:r>
            </a:p>
            <a:p>
              <a:pPr algn="ctr"/>
              <a:r>
                <a:rPr lang="en-US" sz="1700" b="1" dirty="0">
                  <a:solidFill>
                    <a:schemeClr val="bg1"/>
                  </a:solidFill>
                </a:rPr>
                <a:t>PROC[0,0]</a:t>
              </a:r>
            </a:p>
          </p:txBody>
        </p:sp>
      </p:grp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9536DB0-B3B3-D5CD-0E0C-F9F1EA39AC56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5365681" y="1702887"/>
            <a:ext cx="485775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610057C-0DB8-CD34-ADAC-1762AEAF83AD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4782750" y="2318441"/>
            <a:ext cx="1" cy="491544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EECDBF0F-6221-EEEB-BFAC-5A826D361FE5}"/>
              </a:ext>
            </a:extLst>
          </p:cNvPr>
          <p:cNvGrpSpPr/>
          <p:nvPr/>
        </p:nvGrpSpPr>
        <p:grpSpPr>
          <a:xfrm>
            <a:off x="5851457" y="1095669"/>
            <a:ext cx="1214437" cy="1222772"/>
            <a:chOff x="1295400" y="590550"/>
            <a:chExt cx="1143000" cy="1150844"/>
          </a:xfrm>
        </p:grpSpPr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9A86E550-9E03-9F31-D063-E857D0836000}"/>
                </a:ext>
              </a:extLst>
            </p:cNvPr>
            <p:cNvSpPr/>
            <p:nvPr/>
          </p:nvSpPr>
          <p:spPr>
            <a:xfrm>
              <a:off x="1295400" y="590550"/>
              <a:ext cx="1143000" cy="1143000"/>
            </a:xfrm>
            <a:prstGeom prst="rect">
              <a:avLst/>
            </a:prstGeom>
            <a:solidFill>
              <a:srgbClr val="99CC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3"/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93DEEA22-FA74-22FB-35C1-594DA2D4CCFD}"/>
                </a:ext>
              </a:extLst>
            </p:cNvPr>
            <p:cNvSpPr/>
            <p:nvPr/>
          </p:nvSpPr>
          <p:spPr>
            <a:xfrm>
              <a:off x="1295400" y="590550"/>
              <a:ext cx="594360" cy="594360"/>
            </a:xfrm>
            <a:prstGeom prst="rect">
              <a:avLst/>
            </a:prstGeom>
            <a:solidFill>
              <a:srgbClr val="FFFF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3"/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89B92C5F-59FE-A9FB-8952-997C25A5AFB2}"/>
                </a:ext>
              </a:extLst>
            </p:cNvPr>
            <p:cNvSpPr txBox="1"/>
            <p:nvPr/>
          </p:nvSpPr>
          <p:spPr>
            <a:xfrm>
              <a:off x="1389441" y="1162050"/>
              <a:ext cx="1000636" cy="5793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700" b="1" dirty="0">
                  <a:solidFill>
                    <a:schemeClr val="bg1"/>
                  </a:solidFill>
                </a:rPr>
                <a:t>PE[0,1]</a:t>
              </a:r>
            </a:p>
            <a:p>
              <a:pPr algn="ctr"/>
              <a:r>
                <a:rPr lang="en-US" sz="1700" b="1" dirty="0">
                  <a:solidFill>
                    <a:schemeClr val="bg1"/>
                  </a:solidFill>
                </a:rPr>
                <a:t>STO1[0,0]</a:t>
              </a:r>
            </a:p>
          </p:txBody>
        </p:sp>
      </p:grp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23D56839-B6F2-E486-F948-D605F720F2B8}"/>
              </a:ext>
            </a:extLst>
          </p:cNvPr>
          <p:cNvCxnSpPr>
            <a:cxnSpLocks/>
            <a:stCxn id="180" idx="3"/>
          </p:cNvCxnSpPr>
          <p:nvPr/>
        </p:nvCxnSpPr>
        <p:spPr>
          <a:xfrm>
            <a:off x="7065894" y="1702887"/>
            <a:ext cx="485775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57DD3AAB-EF0F-DE1E-1A87-1EF4776F7EC1}"/>
              </a:ext>
            </a:extLst>
          </p:cNvPr>
          <p:cNvCxnSpPr>
            <a:cxnSpLocks/>
            <a:stCxn id="182" idx="2"/>
          </p:cNvCxnSpPr>
          <p:nvPr/>
        </p:nvCxnSpPr>
        <p:spPr>
          <a:xfrm flipH="1">
            <a:off x="6482963" y="2318441"/>
            <a:ext cx="1" cy="491544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F7D34375-42CD-BF6E-E5B7-42762973ACAC}"/>
              </a:ext>
            </a:extLst>
          </p:cNvPr>
          <p:cNvGrpSpPr/>
          <p:nvPr/>
        </p:nvGrpSpPr>
        <p:grpSpPr>
          <a:xfrm>
            <a:off x="7562463" y="1095669"/>
            <a:ext cx="1214438" cy="1222772"/>
            <a:chOff x="1295400" y="590550"/>
            <a:chExt cx="1143000" cy="1150844"/>
          </a:xfrm>
        </p:grpSpPr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92D2337E-919A-F278-8FCA-6B072ABEFEDE}"/>
                </a:ext>
              </a:extLst>
            </p:cNvPr>
            <p:cNvSpPr/>
            <p:nvPr/>
          </p:nvSpPr>
          <p:spPr>
            <a:xfrm>
              <a:off x="1295400" y="590550"/>
              <a:ext cx="1143000" cy="1143000"/>
            </a:xfrm>
            <a:prstGeom prst="rect">
              <a:avLst/>
            </a:prstGeom>
            <a:solidFill>
              <a:srgbClr val="99CC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3"/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D3985736-37ED-025F-8AEF-5A46D52F33D7}"/>
                </a:ext>
              </a:extLst>
            </p:cNvPr>
            <p:cNvSpPr/>
            <p:nvPr/>
          </p:nvSpPr>
          <p:spPr>
            <a:xfrm>
              <a:off x="1295400" y="590550"/>
              <a:ext cx="594360" cy="594360"/>
            </a:xfrm>
            <a:prstGeom prst="rect">
              <a:avLst/>
            </a:prstGeom>
            <a:solidFill>
              <a:srgbClr val="FFFF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3"/>
            </a:p>
          </p:txBody>
        </p: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64CB7BAC-882F-8D6A-3A77-89E08B98058D}"/>
                </a:ext>
              </a:extLst>
            </p:cNvPr>
            <p:cNvSpPr txBox="1"/>
            <p:nvPr/>
          </p:nvSpPr>
          <p:spPr>
            <a:xfrm>
              <a:off x="1364064" y="1162050"/>
              <a:ext cx="1051389" cy="5793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700" b="1" dirty="0">
                  <a:solidFill>
                    <a:schemeClr val="bg1"/>
                  </a:solidFill>
                </a:rPr>
                <a:t>PE[0,2]</a:t>
              </a:r>
            </a:p>
            <a:p>
              <a:pPr algn="ctr"/>
              <a:r>
                <a:rPr lang="en-US" sz="1700" b="1" dirty="0">
                  <a:solidFill>
                    <a:schemeClr val="bg1"/>
                  </a:solidFill>
                </a:rPr>
                <a:t>PROC[0,1]</a:t>
              </a:r>
            </a:p>
          </p:txBody>
        </p:sp>
      </p:grp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C878A5D8-5292-6B90-ADD0-F8A76D8B7CAF}"/>
              </a:ext>
            </a:extLst>
          </p:cNvPr>
          <p:cNvCxnSpPr>
            <a:cxnSpLocks/>
            <a:stCxn id="201" idx="3"/>
          </p:cNvCxnSpPr>
          <p:nvPr/>
        </p:nvCxnSpPr>
        <p:spPr>
          <a:xfrm>
            <a:off x="8776901" y="1702887"/>
            <a:ext cx="485775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78C849E8-B1ED-58C9-373A-C5FFF83D71A8}"/>
              </a:ext>
            </a:extLst>
          </p:cNvPr>
          <p:cNvCxnSpPr>
            <a:cxnSpLocks/>
            <a:stCxn id="203" idx="2"/>
          </p:cNvCxnSpPr>
          <p:nvPr/>
        </p:nvCxnSpPr>
        <p:spPr>
          <a:xfrm flipH="1">
            <a:off x="8193968" y="2318441"/>
            <a:ext cx="2" cy="491544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6DCE2068-217B-92F4-5C9E-D0DC8D1D85CB}"/>
              </a:ext>
            </a:extLst>
          </p:cNvPr>
          <p:cNvGrpSpPr/>
          <p:nvPr/>
        </p:nvGrpSpPr>
        <p:grpSpPr>
          <a:xfrm>
            <a:off x="9262676" y="1095669"/>
            <a:ext cx="1214437" cy="1222772"/>
            <a:chOff x="1295400" y="590550"/>
            <a:chExt cx="1143000" cy="1150844"/>
          </a:xfrm>
        </p:grpSpPr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9C7860C0-C6A9-72F3-53E5-B41C6799BC0F}"/>
                </a:ext>
              </a:extLst>
            </p:cNvPr>
            <p:cNvSpPr/>
            <p:nvPr/>
          </p:nvSpPr>
          <p:spPr>
            <a:xfrm>
              <a:off x="1295400" y="590550"/>
              <a:ext cx="1143000" cy="1143000"/>
            </a:xfrm>
            <a:prstGeom prst="rect">
              <a:avLst/>
            </a:prstGeom>
            <a:solidFill>
              <a:srgbClr val="99CC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3"/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933FE2F4-1A9A-CF5C-965F-B8584509F89C}"/>
                </a:ext>
              </a:extLst>
            </p:cNvPr>
            <p:cNvSpPr/>
            <p:nvPr/>
          </p:nvSpPr>
          <p:spPr>
            <a:xfrm>
              <a:off x="1295400" y="590550"/>
              <a:ext cx="594360" cy="594360"/>
            </a:xfrm>
            <a:prstGeom prst="rect">
              <a:avLst/>
            </a:prstGeom>
            <a:solidFill>
              <a:srgbClr val="FFFF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3"/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6D3CEADF-1318-C9FC-84AF-F9CA53C88739}"/>
                </a:ext>
              </a:extLst>
            </p:cNvPr>
            <p:cNvSpPr txBox="1"/>
            <p:nvPr/>
          </p:nvSpPr>
          <p:spPr>
            <a:xfrm>
              <a:off x="1389441" y="1162050"/>
              <a:ext cx="1000636" cy="5793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700" b="1" dirty="0">
                  <a:solidFill>
                    <a:schemeClr val="bg1"/>
                  </a:solidFill>
                </a:rPr>
                <a:t>PE[0,3]</a:t>
              </a:r>
            </a:p>
            <a:p>
              <a:pPr algn="ctr"/>
              <a:r>
                <a:rPr lang="en-US" sz="1700" b="1" dirty="0">
                  <a:solidFill>
                    <a:schemeClr val="bg1"/>
                  </a:solidFill>
                </a:rPr>
                <a:t>STO1[0,1]</a:t>
              </a:r>
            </a:p>
          </p:txBody>
        </p:sp>
      </p:grpSp>
      <p:cxnSp>
        <p:nvCxnSpPr>
          <p:cNvPr id="206" name="Straight Arrow Connector 205">
            <a:extLst>
              <a:ext uri="{FF2B5EF4-FFF2-40B4-BE49-F238E27FC236}">
                <a16:creationId xmlns:a16="http://schemas.microsoft.com/office/drawing/2014/main" id="{7DBEE854-5E90-FA31-8336-1AF9DDA82022}"/>
              </a:ext>
            </a:extLst>
          </p:cNvPr>
          <p:cNvCxnSpPr>
            <a:cxnSpLocks/>
            <a:stCxn id="208" idx="3"/>
          </p:cNvCxnSpPr>
          <p:nvPr/>
        </p:nvCxnSpPr>
        <p:spPr>
          <a:xfrm>
            <a:off x="10477114" y="1702887"/>
            <a:ext cx="485775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87B95677-5ECA-BB57-88F7-C4691648E55D}"/>
              </a:ext>
            </a:extLst>
          </p:cNvPr>
          <p:cNvCxnSpPr>
            <a:cxnSpLocks/>
            <a:stCxn id="210" idx="2"/>
          </p:cNvCxnSpPr>
          <p:nvPr/>
        </p:nvCxnSpPr>
        <p:spPr>
          <a:xfrm>
            <a:off x="9894182" y="2318441"/>
            <a:ext cx="0" cy="491544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CFAD9EE3-B223-B9B7-D778-9BE5251DDF1B}"/>
              </a:ext>
            </a:extLst>
          </p:cNvPr>
          <p:cNvGrpSpPr/>
          <p:nvPr/>
        </p:nvGrpSpPr>
        <p:grpSpPr>
          <a:xfrm>
            <a:off x="4145847" y="2817472"/>
            <a:ext cx="1214437" cy="1222772"/>
            <a:chOff x="1295400" y="590550"/>
            <a:chExt cx="1143000" cy="1150844"/>
          </a:xfrm>
        </p:grpSpPr>
        <p:sp>
          <p:nvSpPr>
            <p:cNvPr id="242" name="Rectangle 241">
              <a:extLst>
                <a:ext uri="{FF2B5EF4-FFF2-40B4-BE49-F238E27FC236}">
                  <a16:creationId xmlns:a16="http://schemas.microsoft.com/office/drawing/2014/main" id="{57451367-1752-1D25-E7A1-B563E3C2E916}"/>
                </a:ext>
              </a:extLst>
            </p:cNvPr>
            <p:cNvSpPr/>
            <p:nvPr/>
          </p:nvSpPr>
          <p:spPr>
            <a:xfrm>
              <a:off x="1295400" y="590550"/>
              <a:ext cx="1143000" cy="1143000"/>
            </a:xfrm>
            <a:prstGeom prst="rect">
              <a:avLst/>
            </a:prstGeom>
            <a:solidFill>
              <a:srgbClr val="99CC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3"/>
            </a:p>
          </p:txBody>
        </p:sp>
        <p:sp>
          <p:nvSpPr>
            <p:cNvPr id="243" name="Rectangle 242">
              <a:extLst>
                <a:ext uri="{FF2B5EF4-FFF2-40B4-BE49-F238E27FC236}">
                  <a16:creationId xmlns:a16="http://schemas.microsoft.com/office/drawing/2014/main" id="{87D92546-0D99-F593-1671-5E3F6FFE3BBC}"/>
                </a:ext>
              </a:extLst>
            </p:cNvPr>
            <p:cNvSpPr/>
            <p:nvPr/>
          </p:nvSpPr>
          <p:spPr>
            <a:xfrm>
              <a:off x="1295400" y="590550"/>
              <a:ext cx="594360" cy="594360"/>
            </a:xfrm>
            <a:prstGeom prst="rect">
              <a:avLst/>
            </a:prstGeom>
            <a:solidFill>
              <a:srgbClr val="FFFF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3"/>
            </a:p>
          </p:txBody>
        </p:sp>
        <p:sp>
          <p:nvSpPr>
            <p:cNvPr id="244" name="TextBox 243">
              <a:extLst>
                <a:ext uri="{FF2B5EF4-FFF2-40B4-BE49-F238E27FC236}">
                  <a16:creationId xmlns:a16="http://schemas.microsoft.com/office/drawing/2014/main" id="{DF9540C4-4152-CDD0-7DBC-991FC62F1E43}"/>
                </a:ext>
              </a:extLst>
            </p:cNvPr>
            <p:cNvSpPr txBox="1"/>
            <p:nvPr/>
          </p:nvSpPr>
          <p:spPr>
            <a:xfrm>
              <a:off x="1389441" y="1162050"/>
              <a:ext cx="1000636" cy="5793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700" b="1" dirty="0">
                  <a:solidFill>
                    <a:schemeClr val="bg1"/>
                  </a:solidFill>
                </a:rPr>
                <a:t>PE[1,0]</a:t>
              </a:r>
            </a:p>
            <a:p>
              <a:pPr algn="ctr"/>
              <a:r>
                <a:rPr lang="en-US" sz="1700" b="1" dirty="0">
                  <a:solidFill>
                    <a:schemeClr val="bg1"/>
                  </a:solidFill>
                </a:rPr>
                <a:t>STO2[0,0]</a:t>
              </a:r>
            </a:p>
          </p:txBody>
        </p:sp>
      </p:grpSp>
      <p:cxnSp>
        <p:nvCxnSpPr>
          <p:cNvPr id="240" name="Straight Arrow Connector 239">
            <a:extLst>
              <a:ext uri="{FF2B5EF4-FFF2-40B4-BE49-F238E27FC236}">
                <a16:creationId xmlns:a16="http://schemas.microsoft.com/office/drawing/2014/main" id="{C4CB644C-1A0F-A392-E479-CCADC21D1E9D}"/>
              </a:ext>
            </a:extLst>
          </p:cNvPr>
          <p:cNvCxnSpPr>
            <a:cxnSpLocks/>
            <a:stCxn id="242" idx="3"/>
          </p:cNvCxnSpPr>
          <p:nvPr/>
        </p:nvCxnSpPr>
        <p:spPr>
          <a:xfrm>
            <a:off x="5360284" y="3424689"/>
            <a:ext cx="485775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Arrow Connector 240">
            <a:extLst>
              <a:ext uri="{FF2B5EF4-FFF2-40B4-BE49-F238E27FC236}">
                <a16:creationId xmlns:a16="http://schemas.microsoft.com/office/drawing/2014/main" id="{01A0D8F6-3D1C-A1B0-80EE-5D27F77E88DE}"/>
              </a:ext>
            </a:extLst>
          </p:cNvPr>
          <p:cNvCxnSpPr>
            <a:cxnSpLocks/>
            <a:stCxn id="244" idx="2"/>
          </p:cNvCxnSpPr>
          <p:nvPr/>
        </p:nvCxnSpPr>
        <p:spPr>
          <a:xfrm flipH="1">
            <a:off x="4777353" y="4040244"/>
            <a:ext cx="1" cy="491544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35254717-1441-2228-5F93-8A2B1B30A8C4}"/>
              </a:ext>
            </a:extLst>
          </p:cNvPr>
          <p:cNvGrpSpPr/>
          <p:nvPr/>
        </p:nvGrpSpPr>
        <p:grpSpPr>
          <a:xfrm>
            <a:off x="5846059" y="2817472"/>
            <a:ext cx="1214437" cy="1222772"/>
            <a:chOff x="1295400" y="590550"/>
            <a:chExt cx="1143000" cy="1150844"/>
          </a:xfrm>
        </p:grpSpPr>
        <p:sp>
          <p:nvSpPr>
            <p:cNvPr id="249" name="Rectangle 248">
              <a:extLst>
                <a:ext uri="{FF2B5EF4-FFF2-40B4-BE49-F238E27FC236}">
                  <a16:creationId xmlns:a16="http://schemas.microsoft.com/office/drawing/2014/main" id="{12CD1083-2244-F167-D2FC-A78CD5053463}"/>
                </a:ext>
              </a:extLst>
            </p:cNvPr>
            <p:cNvSpPr/>
            <p:nvPr/>
          </p:nvSpPr>
          <p:spPr>
            <a:xfrm>
              <a:off x="1295400" y="590550"/>
              <a:ext cx="1143000" cy="1143000"/>
            </a:xfrm>
            <a:prstGeom prst="rect">
              <a:avLst/>
            </a:prstGeom>
            <a:solidFill>
              <a:srgbClr val="99CC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3"/>
            </a:p>
          </p:txBody>
        </p:sp>
        <p:sp>
          <p:nvSpPr>
            <p:cNvPr id="250" name="Rectangle 249">
              <a:extLst>
                <a:ext uri="{FF2B5EF4-FFF2-40B4-BE49-F238E27FC236}">
                  <a16:creationId xmlns:a16="http://schemas.microsoft.com/office/drawing/2014/main" id="{8A858AFB-A03E-B45C-9C34-7420A2C30D8E}"/>
                </a:ext>
              </a:extLst>
            </p:cNvPr>
            <p:cNvSpPr/>
            <p:nvPr/>
          </p:nvSpPr>
          <p:spPr>
            <a:xfrm>
              <a:off x="1295400" y="590550"/>
              <a:ext cx="594360" cy="594360"/>
            </a:xfrm>
            <a:prstGeom prst="rect">
              <a:avLst/>
            </a:prstGeom>
            <a:solidFill>
              <a:srgbClr val="FFFF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3"/>
            </a:p>
          </p:txBody>
        </p:sp>
        <p:sp>
          <p:nvSpPr>
            <p:cNvPr id="251" name="TextBox 250">
              <a:extLst>
                <a:ext uri="{FF2B5EF4-FFF2-40B4-BE49-F238E27FC236}">
                  <a16:creationId xmlns:a16="http://schemas.microsoft.com/office/drawing/2014/main" id="{F72137D3-DFD0-2EB2-7650-8622CA5D62EC}"/>
                </a:ext>
              </a:extLst>
            </p:cNvPr>
            <p:cNvSpPr txBox="1"/>
            <p:nvPr/>
          </p:nvSpPr>
          <p:spPr>
            <a:xfrm>
              <a:off x="1389441" y="1162050"/>
              <a:ext cx="1000636" cy="5793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700" b="1" dirty="0">
                  <a:solidFill>
                    <a:schemeClr val="bg1"/>
                  </a:solidFill>
                </a:rPr>
                <a:t>PE[1,1]</a:t>
              </a:r>
            </a:p>
            <a:p>
              <a:pPr algn="ctr"/>
              <a:r>
                <a:rPr lang="en-US" sz="1700" b="1" dirty="0">
                  <a:solidFill>
                    <a:schemeClr val="bg1"/>
                  </a:solidFill>
                </a:rPr>
                <a:t>STO3[0,0]</a:t>
              </a:r>
            </a:p>
          </p:txBody>
        </p:sp>
      </p:grpSp>
      <p:cxnSp>
        <p:nvCxnSpPr>
          <p:cNvPr id="247" name="Straight Arrow Connector 246">
            <a:extLst>
              <a:ext uri="{FF2B5EF4-FFF2-40B4-BE49-F238E27FC236}">
                <a16:creationId xmlns:a16="http://schemas.microsoft.com/office/drawing/2014/main" id="{B19F4686-81B5-B0BC-94C0-3CE2B0DAC846}"/>
              </a:ext>
            </a:extLst>
          </p:cNvPr>
          <p:cNvCxnSpPr>
            <a:cxnSpLocks/>
            <a:stCxn id="249" idx="3"/>
          </p:cNvCxnSpPr>
          <p:nvPr/>
        </p:nvCxnSpPr>
        <p:spPr>
          <a:xfrm>
            <a:off x="7060496" y="3424689"/>
            <a:ext cx="485775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Straight Arrow Connector 247">
            <a:extLst>
              <a:ext uri="{FF2B5EF4-FFF2-40B4-BE49-F238E27FC236}">
                <a16:creationId xmlns:a16="http://schemas.microsoft.com/office/drawing/2014/main" id="{A103A5BF-6D61-EEF7-4456-0D2E9F021999}"/>
              </a:ext>
            </a:extLst>
          </p:cNvPr>
          <p:cNvCxnSpPr>
            <a:cxnSpLocks/>
            <a:stCxn id="251" idx="2"/>
          </p:cNvCxnSpPr>
          <p:nvPr/>
        </p:nvCxnSpPr>
        <p:spPr>
          <a:xfrm flipH="1">
            <a:off x="6477565" y="4040244"/>
            <a:ext cx="1" cy="491544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56E37440-2B0F-F97D-D998-11EA78D96C35}"/>
              </a:ext>
            </a:extLst>
          </p:cNvPr>
          <p:cNvGrpSpPr/>
          <p:nvPr/>
        </p:nvGrpSpPr>
        <p:grpSpPr>
          <a:xfrm>
            <a:off x="7557066" y="2817472"/>
            <a:ext cx="1214437" cy="1222772"/>
            <a:chOff x="1295400" y="590550"/>
            <a:chExt cx="1143000" cy="1150844"/>
          </a:xfrm>
        </p:grpSpPr>
        <p:sp>
          <p:nvSpPr>
            <p:cNvPr id="256" name="Rectangle 255">
              <a:extLst>
                <a:ext uri="{FF2B5EF4-FFF2-40B4-BE49-F238E27FC236}">
                  <a16:creationId xmlns:a16="http://schemas.microsoft.com/office/drawing/2014/main" id="{F7EE6DFE-1DAF-D93B-593F-C622CA5CB044}"/>
                </a:ext>
              </a:extLst>
            </p:cNvPr>
            <p:cNvSpPr/>
            <p:nvPr/>
          </p:nvSpPr>
          <p:spPr>
            <a:xfrm>
              <a:off x="1295400" y="590550"/>
              <a:ext cx="1143000" cy="1143000"/>
            </a:xfrm>
            <a:prstGeom prst="rect">
              <a:avLst/>
            </a:prstGeom>
            <a:solidFill>
              <a:srgbClr val="99CC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3"/>
            </a:p>
          </p:txBody>
        </p:sp>
        <p:sp>
          <p:nvSpPr>
            <p:cNvPr id="257" name="Rectangle 256">
              <a:extLst>
                <a:ext uri="{FF2B5EF4-FFF2-40B4-BE49-F238E27FC236}">
                  <a16:creationId xmlns:a16="http://schemas.microsoft.com/office/drawing/2014/main" id="{BE94FAE1-E7AF-AF9E-6BD0-E5DC11FA805A}"/>
                </a:ext>
              </a:extLst>
            </p:cNvPr>
            <p:cNvSpPr/>
            <p:nvPr/>
          </p:nvSpPr>
          <p:spPr>
            <a:xfrm>
              <a:off x="1295400" y="590550"/>
              <a:ext cx="594360" cy="594360"/>
            </a:xfrm>
            <a:prstGeom prst="rect">
              <a:avLst/>
            </a:prstGeom>
            <a:solidFill>
              <a:srgbClr val="FFFF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3"/>
            </a:p>
          </p:txBody>
        </p:sp>
        <p:sp>
          <p:nvSpPr>
            <p:cNvPr id="258" name="TextBox 257">
              <a:extLst>
                <a:ext uri="{FF2B5EF4-FFF2-40B4-BE49-F238E27FC236}">
                  <a16:creationId xmlns:a16="http://schemas.microsoft.com/office/drawing/2014/main" id="{0E755F90-10A1-B3FD-5023-B9A3EC1D8F9D}"/>
                </a:ext>
              </a:extLst>
            </p:cNvPr>
            <p:cNvSpPr txBox="1"/>
            <p:nvPr/>
          </p:nvSpPr>
          <p:spPr>
            <a:xfrm>
              <a:off x="1389441" y="1162050"/>
              <a:ext cx="1000636" cy="5793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700" b="1" dirty="0">
                  <a:solidFill>
                    <a:schemeClr val="bg1"/>
                  </a:solidFill>
                </a:rPr>
                <a:t>PE[1,2]</a:t>
              </a:r>
            </a:p>
            <a:p>
              <a:pPr algn="ctr"/>
              <a:r>
                <a:rPr lang="en-US" sz="1700" b="1" dirty="0">
                  <a:solidFill>
                    <a:schemeClr val="bg1"/>
                  </a:solidFill>
                </a:rPr>
                <a:t>STO2[0,1]</a:t>
              </a:r>
            </a:p>
          </p:txBody>
        </p:sp>
      </p:grpSp>
      <p:cxnSp>
        <p:nvCxnSpPr>
          <p:cNvPr id="254" name="Straight Arrow Connector 253">
            <a:extLst>
              <a:ext uri="{FF2B5EF4-FFF2-40B4-BE49-F238E27FC236}">
                <a16:creationId xmlns:a16="http://schemas.microsoft.com/office/drawing/2014/main" id="{C1D0AFE6-78A5-4BBA-216F-85E8B7A3971F}"/>
              </a:ext>
            </a:extLst>
          </p:cNvPr>
          <p:cNvCxnSpPr>
            <a:cxnSpLocks/>
            <a:stCxn id="256" idx="3"/>
          </p:cNvCxnSpPr>
          <p:nvPr/>
        </p:nvCxnSpPr>
        <p:spPr>
          <a:xfrm>
            <a:off x="8771504" y="3424689"/>
            <a:ext cx="485775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Arrow Connector 254">
            <a:extLst>
              <a:ext uri="{FF2B5EF4-FFF2-40B4-BE49-F238E27FC236}">
                <a16:creationId xmlns:a16="http://schemas.microsoft.com/office/drawing/2014/main" id="{5AA29B0B-F2B1-7241-51AF-B1F82E4FDFB0}"/>
              </a:ext>
            </a:extLst>
          </p:cNvPr>
          <p:cNvCxnSpPr>
            <a:cxnSpLocks/>
            <a:stCxn id="258" idx="2"/>
          </p:cNvCxnSpPr>
          <p:nvPr/>
        </p:nvCxnSpPr>
        <p:spPr>
          <a:xfrm>
            <a:off x="8188572" y="4040244"/>
            <a:ext cx="0" cy="491544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C73BC328-4999-FE79-151D-1E167D51B1ED}"/>
              </a:ext>
            </a:extLst>
          </p:cNvPr>
          <p:cNvGrpSpPr/>
          <p:nvPr/>
        </p:nvGrpSpPr>
        <p:grpSpPr>
          <a:xfrm>
            <a:off x="9257279" y="2817472"/>
            <a:ext cx="1214437" cy="1222772"/>
            <a:chOff x="1295400" y="590550"/>
            <a:chExt cx="1143000" cy="1150844"/>
          </a:xfrm>
        </p:grpSpPr>
        <p:sp>
          <p:nvSpPr>
            <p:cNvPr id="263" name="Rectangle 262">
              <a:extLst>
                <a:ext uri="{FF2B5EF4-FFF2-40B4-BE49-F238E27FC236}">
                  <a16:creationId xmlns:a16="http://schemas.microsoft.com/office/drawing/2014/main" id="{B1232398-D104-CC7E-04B8-5FCD648A6743}"/>
                </a:ext>
              </a:extLst>
            </p:cNvPr>
            <p:cNvSpPr/>
            <p:nvPr/>
          </p:nvSpPr>
          <p:spPr>
            <a:xfrm>
              <a:off x="1295400" y="590550"/>
              <a:ext cx="1143000" cy="1143000"/>
            </a:xfrm>
            <a:prstGeom prst="rect">
              <a:avLst/>
            </a:prstGeom>
            <a:solidFill>
              <a:srgbClr val="99CC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3"/>
            </a:p>
          </p:txBody>
        </p:sp>
        <p:sp>
          <p:nvSpPr>
            <p:cNvPr id="264" name="Rectangle 263">
              <a:extLst>
                <a:ext uri="{FF2B5EF4-FFF2-40B4-BE49-F238E27FC236}">
                  <a16:creationId xmlns:a16="http://schemas.microsoft.com/office/drawing/2014/main" id="{9AC4B026-7527-66D1-E00B-FEB3C96E567D}"/>
                </a:ext>
              </a:extLst>
            </p:cNvPr>
            <p:cNvSpPr/>
            <p:nvPr/>
          </p:nvSpPr>
          <p:spPr>
            <a:xfrm>
              <a:off x="1295400" y="590550"/>
              <a:ext cx="594360" cy="594360"/>
            </a:xfrm>
            <a:prstGeom prst="rect">
              <a:avLst/>
            </a:prstGeom>
            <a:solidFill>
              <a:srgbClr val="FFFF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3"/>
            </a:p>
          </p:txBody>
        </p:sp>
        <p:sp>
          <p:nvSpPr>
            <p:cNvPr id="265" name="TextBox 264">
              <a:extLst>
                <a:ext uri="{FF2B5EF4-FFF2-40B4-BE49-F238E27FC236}">
                  <a16:creationId xmlns:a16="http://schemas.microsoft.com/office/drawing/2014/main" id="{F25C8D00-D942-D2CF-0690-32452F627B1B}"/>
                </a:ext>
              </a:extLst>
            </p:cNvPr>
            <p:cNvSpPr txBox="1"/>
            <p:nvPr/>
          </p:nvSpPr>
          <p:spPr>
            <a:xfrm>
              <a:off x="1389441" y="1162050"/>
              <a:ext cx="1000636" cy="5793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700" b="1" dirty="0">
                  <a:solidFill>
                    <a:schemeClr val="bg1"/>
                  </a:solidFill>
                </a:rPr>
                <a:t>PE[1,3]</a:t>
              </a:r>
            </a:p>
            <a:p>
              <a:pPr algn="ctr"/>
              <a:r>
                <a:rPr lang="en-US" sz="1700" b="1" dirty="0">
                  <a:solidFill>
                    <a:schemeClr val="bg1"/>
                  </a:solidFill>
                </a:rPr>
                <a:t>STO3[0,1]</a:t>
              </a:r>
            </a:p>
          </p:txBody>
        </p:sp>
      </p:grpSp>
      <p:cxnSp>
        <p:nvCxnSpPr>
          <p:cNvPr id="261" name="Straight Arrow Connector 260">
            <a:extLst>
              <a:ext uri="{FF2B5EF4-FFF2-40B4-BE49-F238E27FC236}">
                <a16:creationId xmlns:a16="http://schemas.microsoft.com/office/drawing/2014/main" id="{F5FC8DD5-B38D-FDEA-25A9-5BD18C6CD5F3}"/>
              </a:ext>
            </a:extLst>
          </p:cNvPr>
          <p:cNvCxnSpPr>
            <a:cxnSpLocks/>
            <a:stCxn id="263" idx="3"/>
          </p:cNvCxnSpPr>
          <p:nvPr/>
        </p:nvCxnSpPr>
        <p:spPr>
          <a:xfrm>
            <a:off x="10471716" y="3424689"/>
            <a:ext cx="485775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261">
            <a:extLst>
              <a:ext uri="{FF2B5EF4-FFF2-40B4-BE49-F238E27FC236}">
                <a16:creationId xmlns:a16="http://schemas.microsoft.com/office/drawing/2014/main" id="{79B0847F-0CED-7B1D-8F96-973EF8818796}"/>
              </a:ext>
            </a:extLst>
          </p:cNvPr>
          <p:cNvCxnSpPr>
            <a:cxnSpLocks/>
            <a:stCxn id="265" idx="2"/>
          </p:cNvCxnSpPr>
          <p:nvPr/>
        </p:nvCxnSpPr>
        <p:spPr>
          <a:xfrm flipH="1">
            <a:off x="9888783" y="4040244"/>
            <a:ext cx="2" cy="491544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67" name="Group 266">
            <a:extLst>
              <a:ext uri="{FF2B5EF4-FFF2-40B4-BE49-F238E27FC236}">
                <a16:creationId xmlns:a16="http://schemas.microsoft.com/office/drawing/2014/main" id="{38566403-C5FC-D34F-3B47-77092C7759EC}"/>
              </a:ext>
            </a:extLst>
          </p:cNvPr>
          <p:cNvGrpSpPr/>
          <p:nvPr/>
        </p:nvGrpSpPr>
        <p:grpSpPr>
          <a:xfrm>
            <a:off x="4143633" y="4537380"/>
            <a:ext cx="1214438" cy="1222772"/>
            <a:chOff x="1295400" y="590550"/>
            <a:chExt cx="1143000" cy="1150844"/>
          </a:xfrm>
        </p:grpSpPr>
        <p:sp>
          <p:nvSpPr>
            <p:cNvPr id="270" name="Rectangle 269">
              <a:extLst>
                <a:ext uri="{FF2B5EF4-FFF2-40B4-BE49-F238E27FC236}">
                  <a16:creationId xmlns:a16="http://schemas.microsoft.com/office/drawing/2014/main" id="{DF0C0987-DF4A-8FA1-8AB5-2A40C05A0F39}"/>
                </a:ext>
              </a:extLst>
            </p:cNvPr>
            <p:cNvSpPr/>
            <p:nvPr/>
          </p:nvSpPr>
          <p:spPr>
            <a:xfrm>
              <a:off x="1295400" y="590550"/>
              <a:ext cx="1143000" cy="1143000"/>
            </a:xfrm>
            <a:prstGeom prst="rect">
              <a:avLst/>
            </a:prstGeom>
            <a:solidFill>
              <a:srgbClr val="99CC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3"/>
            </a:p>
          </p:txBody>
        </p:sp>
        <p:sp>
          <p:nvSpPr>
            <p:cNvPr id="271" name="Rectangle 270">
              <a:extLst>
                <a:ext uri="{FF2B5EF4-FFF2-40B4-BE49-F238E27FC236}">
                  <a16:creationId xmlns:a16="http://schemas.microsoft.com/office/drawing/2014/main" id="{92C762D6-A370-4B05-FC7C-AB4D47F5D25B}"/>
                </a:ext>
              </a:extLst>
            </p:cNvPr>
            <p:cNvSpPr/>
            <p:nvPr/>
          </p:nvSpPr>
          <p:spPr>
            <a:xfrm>
              <a:off x="1295400" y="590550"/>
              <a:ext cx="594360" cy="594360"/>
            </a:xfrm>
            <a:prstGeom prst="rect">
              <a:avLst/>
            </a:prstGeom>
            <a:solidFill>
              <a:srgbClr val="FFFF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3"/>
            </a:p>
          </p:txBody>
        </p:sp>
        <p:sp>
          <p:nvSpPr>
            <p:cNvPr id="272" name="TextBox 271">
              <a:extLst>
                <a:ext uri="{FF2B5EF4-FFF2-40B4-BE49-F238E27FC236}">
                  <a16:creationId xmlns:a16="http://schemas.microsoft.com/office/drawing/2014/main" id="{81C20520-847C-30D5-3947-C29FE97FAF2B}"/>
                </a:ext>
              </a:extLst>
            </p:cNvPr>
            <p:cNvSpPr txBox="1"/>
            <p:nvPr/>
          </p:nvSpPr>
          <p:spPr>
            <a:xfrm>
              <a:off x="1364064" y="1162050"/>
              <a:ext cx="1051389" cy="5793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700" b="1" dirty="0">
                  <a:solidFill>
                    <a:schemeClr val="bg1"/>
                  </a:solidFill>
                </a:rPr>
                <a:t>PE[2,0]</a:t>
              </a:r>
            </a:p>
            <a:p>
              <a:pPr algn="ctr"/>
              <a:r>
                <a:rPr lang="en-US" sz="1700" b="1" dirty="0">
                  <a:solidFill>
                    <a:schemeClr val="bg1"/>
                  </a:solidFill>
                </a:rPr>
                <a:t>PROC[1,0]</a:t>
              </a:r>
            </a:p>
          </p:txBody>
        </p:sp>
      </p:grpSp>
      <p:cxnSp>
        <p:nvCxnSpPr>
          <p:cNvPr id="268" name="Straight Arrow Connector 267">
            <a:extLst>
              <a:ext uri="{FF2B5EF4-FFF2-40B4-BE49-F238E27FC236}">
                <a16:creationId xmlns:a16="http://schemas.microsoft.com/office/drawing/2014/main" id="{BE8CCFF4-9DA0-CC6E-5BCA-BD972BECE250}"/>
              </a:ext>
            </a:extLst>
          </p:cNvPr>
          <p:cNvCxnSpPr>
            <a:cxnSpLocks/>
            <a:stCxn id="270" idx="3"/>
          </p:cNvCxnSpPr>
          <p:nvPr/>
        </p:nvCxnSpPr>
        <p:spPr>
          <a:xfrm>
            <a:off x="5358072" y="5144597"/>
            <a:ext cx="485775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Arrow Connector 268">
            <a:extLst>
              <a:ext uri="{FF2B5EF4-FFF2-40B4-BE49-F238E27FC236}">
                <a16:creationId xmlns:a16="http://schemas.microsoft.com/office/drawing/2014/main" id="{731EF509-5F86-7EF5-043F-6C22BCAF41FC}"/>
              </a:ext>
            </a:extLst>
          </p:cNvPr>
          <p:cNvCxnSpPr>
            <a:cxnSpLocks/>
            <a:stCxn id="272" idx="2"/>
          </p:cNvCxnSpPr>
          <p:nvPr/>
        </p:nvCxnSpPr>
        <p:spPr>
          <a:xfrm flipH="1">
            <a:off x="4775138" y="5760152"/>
            <a:ext cx="2" cy="491544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4" name="Group 273">
            <a:extLst>
              <a:ext uri="{FF2B5EF4-FFF2-40B4-BE49-F238E27FC236}">
                <a16:creationId xmlns:a16="http://schemas.microsoft.com/office/drawing/2014/main" id="{D94B5EB8-649E-E14A-16BF-A60C6569C1C6}"/>
              </a:ext>
            </a:extLst>
          </p:cNvPr>
          <p:cNvGrpSpPr/>
          <p:nvPr/>
        </p:nvGrpSpPr>
        <p:grpSpPr>
          <a:xfrm>
            <a:off x="5843847" y="4537380"/>
            <a:ext cx="1214437" cy="1222772"/>
            <a:chOff x="1295400" y="590550"/>
            <a:chExt cx="1143000" cy="1150844"/>
          </a:xfrm>
        </p:grpSpPr>
        <p:sp>
          <p:nvSpPr>
            <p:cNvPr id="277" name="Rectangle 276">
              <a:extLst>
                <a:ext uri="{FF2B5EF4-FFF2-40B4-BE49-F238E27FC236}">
                  <a16:creationId xmlns:a16="http://schemas.microsoft.com/office/drawing/2014/main" id="{47D72872-FC5E-2261-E422-2FB0B6910AF9}"/>
                </a:ext>
              </a:extLst>
            </p:cNvPr>
            <p:cNvSpPr/>
            <p:nvPr/>
          </p:nvSpPr>
          <p:spPr>
            <a:xfrm>
              <a:off x="1295400" y="590550"/>
              <a:ext cx="1143000" cy="1143000"/>
            </a:xfrm>
            <a:prstGeom prst="rect">
              <a:avLst/>
            </a:prstGeom>
            <a:solidFill>
              <a:srgbClr val="99CC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3"/>
            </a:p>
          </p:txBody>
        </p:sp>
        <p:sp>
          <p:nvSpPr>
            <p:cNvPr id="278" name="Rectangle 277">
              <a:extLst>
                <a:ext uri="{FF2B5EF4-FFF2-40B4-BE49-F238E27FC236}">
                  <a16:creationId xmlns:a16="http://schemas.microsoft.com/office/drawing/2014/main" id="{AA1D84B9-D68A-AE8E-4B66-F7481674B5EC}"/>
                </a:ext>
              </a:extLst>
            </p:cNvPr>
            <p:cNvSpPr/>
            <p:nvPr/>
          </p:nvSpPr>
          <p:spPr>
            <a:xfrm>
              <a:off x="1295400" y="590550"/>
              <a:ext cx="594360" cy="594360"/>
            </a:xfrm>
            <a:prstGeom prst="rect">
              <a:avLst/>
            </a:prstGeom>
            <a:solidFill>
              <a:srgbClr val="FFFF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3"/>
            </a:p>
          </p:txBody>
        </p:sp>
        <p:sp>
          <p:nvSpPr>
            <p:cNvPr id="279" name="TextBox 278">
              <a:extLst>
                <a:ext uri="{FF2B5EF4-FFF2-40B4-BE49-F238E27FC236}">
                  <a16:creationId xmlns:a16="http://schemas.microsoft.com/office/drawing/2014/main" id="{6862D55B-74D6-5B3B-CB91-786DD444985C}"/>
                </a:ext>
              </a:extLst>
            </p:cNvPr>
            <p:cNvSpPr txBox="1"/>
            <p:nvPr/>
          </p:nvSpPr>
          <p:spPr>
            <a:xfrm>
              <a:off x="1389441" y="1162050"/>
              <a:ext cx="1000636" cy="5793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700" b="1" dirty="0">
                  <a:solidFill>
                    <a:schemeClr val="bg1"/>
                  </a:solidFill>
                </a:rPr>
                <a:t>PE[2,1]</a:t>
              </a:r>
            </a:p>
            <a:p>
              <a:pPr algn="ctr"/>
              <a:r>
                <a:rPr lang="en-US" sz="1700" b="1" dirty="0">
                  <a:solidFill>
                    <a:schemeClr val="bg1"/>
                  </a:solidFill>
                </a:rPr>
                <a:t>STO1[1,0]</a:t>
              </a:r>
            </a:p>
          </p:txBody>
        </p:sp>
      </p:grpSp>
      <p:cxnSp>
        <p:nvCxnSpPr>
          <p:cNvPr id="275" name="Straight Arrow Connector 274">
            <a:extLst>
              <a:ext uri="{FF2B5EF4-FFF2-40B4-BE49-F238E27FC236}">
                <a16:creationId xmlns:a16="http://schemas.microsoft.com/office/drawing/2014/main" id="{CC7C658A-84FD-2421-5EE0-83B9C654ABA5}"/>
              </a:ext>
            </a:extLst>
          </p:cNvPr>
          <p:cNvCxnSpPr>
            <a:cxnSpLocks/>
            <a:stCxn id="277" idx="3"/>
          </p:cNvCxnSpPr>
          <p:nvPr/>
        </p:nvCxnSpPr>
        <p:spPr>
          <a:xfrm>
            <a:off x="7058284" y="5144597"/>
            <a:ext cx="485775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Arrow Connector 275">
            <a:extLst>
              <a:ext uri="{FF2B5EF4-FFF2-40B4-BE49-F238E27FC236}">
                <a16:creationId xmlns:a16="http://schemas.microsoft.com/office/drawing/2014/main" id="{637428BB-B52A-F6F6-7A10-64AA4E328C21}"/>
              </a:ext>
            </a:extLst>
          </p:cNvPr>
          <p:cNvCxnSpPr>
            <a:cxnSpLocks/>
            <a:stCxn id="279" idx="2"/>
          </p:cNvCxnSpPr>
          <p:nvPr/>
        </p:nvCxnSpPr>
        <p:spPr>
          <a:xfrm flipH="1">
            <a:off x="6475351" y="5760152"/>
            <a:ext cx="2" cy="491544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0F96286A-438E-551B-BE60-3624D9F4C935}"/>
              </a:ext>
            </a:extLst>
          </p:cNvPr>
          <p:cNvGrpSpPr/>
          <p:nvPr/>
        </p:nvGrpSpPr>
        <p:grpSpPr>
          <a:xfrm>
            <a:off x="7554854" y="4537380"/>
            <a:ext cx="1214437" cy="1222772"/>
            <a:chOff x="1295400" y="590550"/>
            <a:chExt cx="1143000" cy="1150844"/>
          </a:xfrm>
        </p:grpSpPr>
        <p:sp>
          <p:nvSpPr>
            <p:cNvPr id="284" name="Rectangle 283">
              <a:extLst>
                <a:ext uri="{FF2B5EF4-FFF2-40B4-BE49-F238E27FC236}">
                  <a16:creationId xmlns:a16="http://schemas.microsoft.com/office/drawing/2014/main" id="{1B38736B-F7F9-1810-7339-3BA88870A74D}"/>
                </a:ext>
              </a:extLst>
            </p:cNvPr>
            <p:cNvSpPr/>
            <p:nvPr/>
          </p:nvSpPr>
          <p:spPr>
            <a:xfrm>
              <a:off x="1295400" y="590550"/>
              <a:ext cx="1143000" cy="1143000"/>
            </a:xfrm>
            <a:prstGeom prst="rect">
              <a:avLst/>
            </a:prstGeom>
            <a:solidFill>
              <a:srgbClr val="99CC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3"/>
            </a:p>
          </p:txBody>
        </p:sp>
        <p:sp>
          <p:nvSpPr>
            <p:cNvPr id="285" name="Rectangle 284">
              <a:extLst>
                <a:ext uri="{FF2B5EF4-FFF2-40B4-BE49-F238E27FC236}">
                  <a16:creationId xmlns:a16="http://schemas.microsoft.com/office/drawing/2014/main" id="{57CCCB0B-BFC8-B960-4397-843A40F873DE}"/>
                </a:ext>
              </a:extLst>
            </p:cNvPr>
            <p:cNvSpPr/>
            <p:nvPr/>
          </p:nvSpPr>
          <p:spPr>
            <a:xfrm>
              <a:off x="1295400" y="590550"/>
              <a:ext cx="594360" cy="594360"/>
            </a:xfrm>
            <a:prstGeom prst="rect">
              <a:avLst/>
            </a:prstGeom>
            <a:solidFill>
              <a:srgbClr val="FFFF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3"/>
            </a:p>
          </p:txBody>
        </p:sp>
        <p:sp>
          <p:nvSpPr>
            <p:cNvPr id="286" name="TextBox 285">
              <a:extLst>
                <a:ext uri="{FF2B5EF4-FFF2-40B4-BE49-F238E27FC236}">
                  <a16:creationId xmlns:a16="http://schemas.microsoft.com/office/drawing/2014/main" id="{74C07457-7AFE-763B-263E-E0EA43C0F388}"/>
                </a:ext>
              </a:extLst>
            </p:cNvPr>
            <p:cNvSpPr txBox="1"/>
            <p:nvPr/>
          </p:nvSpPr>
          <p:spPr>
            <a:xfrm>
              <a:off x="1364065" y="1162050"/>
              <a:ext cx="1051389" cy="5793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700" b="1" dirty="0">
                  <a:solidFill>
                    <a:schemeClr val="bg1"/>
                  </a:solidFill>
                </a:rPr>
                <a:t>PE[2,2]</a:t>
              </a:r>
            </a:p>
            <a:p>
              <a:pPr algn="ctr"/>
              <a:r>
                <a:rPr lang="en-US" sz="1700" b="1" dirty="0">
                  <a:solidFill>
                    <a:schemeClr val="bg1"/>
                  </a:solidFill>
                </a:rPr>
                <a:t>PROC[1,1]</a:t>
              </a:r>
            </a:p>
          </p:txBody>
        </p:sp>
      </p:grpSp>
      <p:cxnSp>
        <p:nvCxnSpPr>
          <p:cNvPr id="282" name="Straight Arrow Connector 281">
            <a:extLst>
              <a:ext uri="{FF2B5EF4-FFF2-40B4-BE49-F238E27FC236}">
                <a16:creationId xmlns:a16="http://schemas.microsoft.com/office/drawing/2014/main" id="{6DD8BAE8-B1A1-1F0D-6C81-71C429108F1A}"/>
              </a:ext>
            </a:extLst>
          </p:cNvPr>
          <p:cNvCxnSpPr>
            <a:cxnSpLocks/>
            <a:stCxn id="284" idx="3"/>
          </p:cNvCxnSpPr>
          <p:nvPr/>
        </p:nvCxnSpPr>
        <p:spPr>
          <a:xfrm>
            <a:off x="8769292" y="5144597"/>
            <a:ext cx="485775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Arrow Connector 282">
            <a:extLst>
              <a:ext uri="{FF2B5EF4-FFF2-40B4-BE49-F238E27FC236}">
                <a16:creationId xmlns:a16="http://schemas.microsoft.com/office/drawing/2014/main" id="{4956CC4F-9B04-338D-F912-58F2F36D57FD}"/>
              </a:ext>
            </a:extLst>
          </p:cNvPr>
          <p:cNvCxnSpPr>
            <a:cxnSpLocks/>
            <a:stCxn id="286" idx="2"/>
          </p:cNvCxnSpPr>
          <p:nvPr/>
        </p:nvCxnSpPr>
        <p:spPr>
          <a:xfrm>
            <a:off x="8186361" y="5760152"/>
            <a:ext cx="1" cy="491544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88" name="Group 287">
            <a:extLst>
              <a:ext uri="{FF2B5EF4-FFF2-40B4-BE49-F238E27FC236}">
                <a16:creationId xmlns:a16="http://schemas.microsoft.com/office/drawing/2014/main" id="{D5156EC6-6458-1B57-F391-218E433DC3BD}"/>
              </a:ext>
            </a:extLst>
          </p:cNvPr>
          <p:cNvGrpSpPr/>
          <p:nvPr/>
        </p:nvGrpSpPr>
        <p:grpSpPr>
          <a:xfrm>
            <a:off x="9255067" y="4537380"/>
            <a:ext cx="1214437" cy="1222772"/>
            <a:chOff x="1295400" y="590550"/>
            <a:chExt cx="1143000" cy="1150844"/>
          </a:xfrm>
        </p:grpSpPr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19D7FA9A-3EA1-9C0F-B188-F5164AA2480D}"/>
                </a:ext>
              </a:extLst>
            </p:cNvPr>
            <p:cNvSpPr/>
            <p:nvPr/>
          </p:nvSpPr>
          <p:spPr>
            <a:xfrm>
              <a:off x="1295400" y="590550"/>
              <a:ext cx="1143000" cy="1143000"/>
            </a:xfrm>
            <a:prstGeom prst="rect">
              <a:avLst/>
            </a:prstGeom>
            <a:solidFill>
              <a:srgbClr val="99CC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3"/>
            </a:p>
          </p:txBody>
        </p:sp>
        <p:sp>
          <p:nvSpPr>
            <p:cNvPr id="292" name="Rectangle 291">
              <a:extLst>
                <a:ext uri="{FF2B5EF4-FFF2-40B4-BE49-F238E27FC236}">
                  <a16:creationId xmlns:a16="http://schemas.microsoft.com/office/drawing/2014/main" id="{816142E8-4288-B532-2550-3DD81A6CE539}"/>
                </a:ext>
              </a:extLst>
            </p:cNvPr>
            <p:cNvSpPr/>
            <p:nvPr/>
          </p:nvSpPr>
          <p:spPr>
            <a:xfrm>
              <a:off x="1295400" y="590550"/>
              <a:ext cx="594360" cy="594360"/>
            </a:xfrm>
            <a:prstGeom prst="rect">
              <a:avLst/>
            </a:prstGeom>
            <a:solidFill>
              <a:srgbClr val="FFFF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3"/>
            </a:p>
          </p:txBody>
        </p:sp>
        <p:sp>
          <p:nvSpPr>
            <p:cNvPr id="293" name="TextBox 292">
              <a:extLst>
                <a:ext uri="{FF2B5EF4-FFF2-40B4-BE49-F238E27FC236}">
                  <a16:creationId xmlns:a16="http://schemas.microsoft.com/office/drawing/2014/main" id="{C268ED61-3B4B-D30C-90B0-70B4703D5F60}"/>
                </a:ext>
              </a:extLst>
            </p:cNvPr>
            <p:cNvSpPr txBox="1"/>
            <p:nvPr/>
          </p:nvSpPr>
          <p:spPr>
            <a:xfrm>
              <a:off x="1389441" y="1162050"/>
              <a:ext cx="1000636" cy="5793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700" b="1" dirty="0">
                  <a:solidFill>
                    <a:schemeClr val="bg1"/>
                  </a:solidFill>
                </a:rPr>
                <a:t>PE[2,3]</a:t>
              </a:r>
            </a:p>
            <a:p>
              <a:pPr algn="ctr"/>
              <a:r>
                <a:rPr lang="en-US" sz="1700" b="1" dirty="0">
                  <a:solidFill>
                    <a:schemeClr val="bg1"/>
                  </a:solidFill>
                </a:rPr>
                <a:t>STO1[1,1]</a:t>
              </a:r>
            </a:p>
          </p:txBody>
        </p:sp>
      </p:grpSp>
      <p:cxnSp>
        <p:nvCxnSpPr>
          <p:cNvPr id="289" name="Straight Arrow Connector 288">
            <a:extLst>
              <a:ext uri="{FF2B5EF4-FFF2-40B4-BE49-F238E27FC236}">
                <a16:creationId xmlns:a16="http://schemas.microsoft.com/office/drawing/2014/main" id="{E0932E1E-0243-52FB-6E46-17115595E130}"/>
              </a:ext>
            </a:extLst>
          </p:cNvPr>
          <p:cNvCxnSpPr>
            <a:cxnSpLocks/>
            <a:stCxn id="291" idx="3"/>
          </p:cNvCxnSpPr>
          <p:nvPr/>
        </p:nvCxnSpPr>
        <p:spPr>
          <a:xfrm>
            <a:off x="10469504" y="5144597"/>
            <a:ext cx="485775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Arrow Connector 289">
            <a:extLst>
              <a:ext uri="{FF2B5EF4-FFF2-40B4-BE49-F238E27FC236}">
                <a16:creationId xmlns:a16="http://schemas.microsoft.com/office/drawing/2014/main" id="{E93D0361-96D7-3F55-E31E-C86DCDD1991C}"/>
              </a:ext>
            </a:extLst>
          </p:cNvPr>
          <p:cNvCxnSpPr>
            <a:cxnSpLocks/>
            <a:stCxn id="293" idx="2"/>
          </p:cNvCxnSpPr>
          <p:nvPr/>
        </p:nvCxnSpPr>
        <p:spPr>
          <a:xfrm flipH="1">
            <a:off x="9886573" y="5760152"/>
            <a:ext cx="1" cy="491544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AC4CC8B3-48E1-530E-A3A0-3F5203A0A469}"/>
              </a:ext>
            </a:extLst>
          </p:cNvPr>
          <p:cNvGrpSpPr/>
          <p:nvPr/>
        </p:nvGrpSpPr>
        <p:grpSpPr>
          <a:xfrm>
            <a:off x="4138237" y="6259182"/>
            <a:ext cx="1214437" cy="1222772"/>
            <a:chOff x="1295400" y="590550"/>
            <a:chExt cx="1143000" cy="1150844"/>
          </a:xfrm>
        </p:grpSpPr>
        <p:sp>
          <p:nvSpPr>
            <p:cNvPr id="298" name="Rectangle 297">
              <a:extLst>
                <a:ext uri="{FF2B5EF4-FFF2-40B4-BE49-F238E27FC236}">
                  <a16:creationId xmlns:a16="http://schemas.microsoft.com/office/drawing/2014/main" id="{EC8FD29A-FFA4-E6D4-7396-1315587E5F63}"/>
                </a:ext>
              </a:extLst>
            </p:cNvPr>
            <p:cNvSpPr/>
            <p:nvPr/>
          </p:nvSpPr>
          <p:spPr>
            <a:xfrm>
              <a:off x="1295400" y="590550"/>
              <a:ext cx="1143000" cy="1143000"/>
            </a:xfrm>
            <a:prstGeom prst="rect">
              <a:avLst/>
            </a:prstGeom>
            <a:solidFill>
              <a:srgbClr val="99CC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3"/>
            </a:p>
          </p:txBody>
        </p:sp>
        <p:sp>
          <p:nvSpPr>
            <p:cNvPr id="299" name="Rectangle 298">
              <a:extLst>
                <a:ext uri="{FF2B5EF4-FFF2-40B4-BE49-F238E27FC236}">
                  <a16:creationId xmlns:a16="http://schemas.microsoft.com/office/drawing/2014/main" id="{4AA1D4A9-363E-D436-88AC-5941D45E5D97}"/>
                </a:ext>
              </a:extLst>
            </p:cNvPr>
            <p:cNvSpPr/>
            <p:nvPr/>
          </p:nvSpPr>
          <p:spPr>
            <a:xfrm>
              <a:off x="1295400" y="590550"/>
              <a:ext cx="594360" cy="594360"/>
            </a:xfrm>
            <a:prstGeom prst="rect">
              <a:avLst/>
            </a:prstGeom>
            <a:solidFill>
              <a:srgbClr val="FFFF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3"/>
            </a:p>
          </p:txBody>
        </p:sp>
        <p:sp>
          <p:nvSpPr>
            <p:cNvPr id="300" name="TextBox 299">
              <a:extLst>
                <a:ext uri="{FF2B5EF4-FFF2-40B4-BE49-F238E27FC236}">
                  <a16:creationId xmlns:a16="http://schemas.microsoft.com/office/drawing/2014/main" id="{03E5C08D-C87D-6729-7389-CDFB2AA04945}"/>
                </a:ext>
              </a:extLst>
            </p:cNvPr>
            <p:cNvSpPr txBox="1"/>
            <p:nvPr/>
          </p:nvSpPr>
          <p:spPr>
            <a:xfrm>
              <a:off x="1389441" y="1162050"/>
              <a:ext cx="1000636" cy="5793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700" b="1" dirty="0">
                  <a:solidFill>
                    <a:schemeClr val="bg1"/>
                  </a:solidFill>
                </a:rPr>
                <a:t>PE[3,0]</a:t>
              </a:r>
            </a:p>
            <a:p>
              <a:pPr algn="ctr"/>
              <a:r>
                <a:rPr lang="en-US" sz="1700" b="1" dirty="0">
                  <a:solidFill>
                    <a:schemeClr val="bg1"/>
                  </a:solidFill>
                </a:rPr>
                <a:t>STO2[1,0]</a:t>
              </a:r>
            </a:p>
          </p:txBody>
        </p:sp>
      </p:grpSp>
      <p:cxnSp>
        <p:nvCxnSpPr>
          <p:cNvPr id="296" name="Straight Arrow Connector 295">
            <a:extLst>
              <a:ext uri="{FF2B5EF4-FFF2-40B4-BE49-F238E27FC236}">
                <a16:creationId xmlns:a16="http://schemas.microsoft.com/office/drawing/2014/main" id="{80FA64D6-7416-B259-E93F-FCBFF4D5EC24}"/>
              </a:ext>
            </a:extLst>
          </p:cNvPr>
          <p:cNvCxnSpPr>
            <a:cxnSpLocks/>
            <a:stCxn id="298" idx="3"/>
          </p:cNvCxnSpPr>
          <p:nvPr/>
        </p:nvCxnSpPr>
        <p:spPr>
          <a:xfrm>
            <a:off x="5352674" y="6866400"/>
            <a:ext cx="485775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Arrow Connector 296">
            <a:extLst>
              <a:ext uri="{FF2B5EF4-FFF2-40B4-BE49-F238E27FC236}">
                <a16:creationId xmlns:a16="http://schemas.microsoft.com/office/drawing/2014/main" id="{559C642F-45B8-EC10-7C7F-BED54D7B5048}"/>
              </a:ext>
            </a:extLst>
          </p:cNvPr>
          <p:cNvCxnSpPr>
            <a:cxnSpLocks/>
            <a:stCxn id="300" idx="2"/>
          </p:cNvCxnSpPr>
          <p:nvPr/>
        </p:nvCxnSpPr>
        <p:spPr>
          <a:xfrm flipH="1">
            <a:off x="4769743" y="7481954"/>
            <a:ext cx="1" cy="491546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DD8BC2BE-1BD0-C1AC-8FAD-5E9BBDE07C4A}"/>
              </a:ext>
            </a:extLst>
          </p:cNvPr>
          <p:cNvGrpSpPr/>
          <p:nvPr/>
        </p:nvGrpSpPr>
        <p:grpSpPr>
          <a:xfrm>
            <a:off x="5838449" y="6259182"/>
            <a:ext cx="1214437" cy="1222772"/>
            <a:chOff x="1295400" y="590550"/>
            <a:chExt cx="1143000" cy="1150844"/>
          </a:xfrm>
        </p:grpSpPr>
        <p:sp>
          <p:nvSpPr>
            <p:cNvPr id="305" name="Rectangle 304">
              <a:extLst>
                <a:ext uri="{FF2B5EF4-FFF2-40B4-BE49-F238E27FC236}">
                  <a16:creationId xmlns:a16="http://schemas.microsoft.com/office/drawing/2014/main" id="{773B3658-EA7C-CC4D-9497-F08B10CE1469}"/>
                </a:ext>
              </a:extLst>
            </p:cNvPr>
            <p:cNvSpPr/>
            <p:nvPr/>
          </p:nvSpPr>
          <p:spPr>
            <a:xfrm>
              <a:off x="1295400" y="590550"/>
              <a:ext cx="1143000" cy="1143000"/>
            </a:xfrm>
            <a:prstGeom prst="rect">
              <a:avLst/>
            </a:prstGeom>
            <a:solidFill>
              <a:srgbClr val="99CC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3"/>
            </a:p>
          </p:txBody>
        </p:sp>
        <p:sp>
          <p:nvSpPr>
            <p:cNvPr id="306" name="Rectangle 305">
              <a:extLst>
                <a:ext uri="{FF2B5EF4-FFF2-40B4-BE49-F238E27FC236}">
                  <a16:creationId xmlns:a16="http://schemas.microsoft.com/office/drawing/2014/main" id="{966D1B1E-8642-AAA9-71CF-8668ECE495EA}"/>
                </a:ext>
              </a:extLst>
            </p:cNvPr>
            <p:cNvSpPr/>
            <p:nvPr/>
          </p:nvSpPr>
          <p:spPr>
            <a:xfrm>
              <a:off x="1295400" y="590550"/>
              <a:ext cx="594360" cy="594360"/>
            </a:xfrm>
            <a:prstGeom prst="rect">
              <a:avLst/>
            </a:prstGeom>
            <a:solidFill>
              <a:srgbClr val="FFFF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3"/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734CEB5A-8071-9DEB-4AC4-0E32870F2E47}"/>
                </a:ext>
              </a:extLst>
            </p:cNvPr>
            <p:cNvSpPr txBox="1"/>
            <p:nvPr/>
          </p:nvSpPr>
          <p:spPr>
            <a:xfrm>
              <a:off x="1389441" y="1162050"/>
              <a:ext cx="1000636" cy="5793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700" b="1" dirty="0">
                  <a:solidFill>
                    <a:schemeClr val="bg1"/>
                  </a:solidFill>
                </a:rPr>
                <a:t>PE[3,1]</a:t>
              </a:r>
            </a:p>
            <a:p>
              <a:pPr algn="ctr"/>
              <a:r>
                <a:rPr lang="en-US" sz="1700" b="1" dirty="0">
                  <a:solidFill>
                    <a:schemeClr val="bg1"/>
                  </a:solidFill>
                </a:rPr>
                <a:t>STO3[1,0]</a:t>
              </a:r>
            </a:p>
          </p:txBody>
        </p:sp>
      </p:grpSp>
      <p:cxnSp>
        <p:nvCxnSpPr>
          <p:cNvPr id="303" name="Straight Arrow Connector 302">
            <a:extLst>
              <a:ext uri="{FF2B5EF4-FFF2-40B4-BE49-F238E27FC236}">
                <a16:creationId xmlns:a16="http://schemas.microsoft.com/office/drawing/2014/main" id="{E76DD850-D1F8-254B-3922-67B0FD5CEA61}"/>
              </a:ext>
            </a:extLst>
          </p:cNvPr>
          <p:cNvCxnSpPr>
            <a:cxnSpLocks/>
            <a:stCxn id="305" idx="3"/>
          </p:cNvCxnSpPr>
          <p:nvPr/>
        </p:nvCxnSpPr>
        <p:spPr>
          <a:xfrm>
            <a:off x="7052887" y="6866400"/>
            <a:ext cx="485775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Arrow Connector 303">
            <a:extLst>
              <a:ext uri="{FF2B5EF4-FFF2-40B4-BE49-F238E27FC236}">
                <a16:creationId xmlns:a16="http://schemas.microsoft.com/office/drawing/2014/main" id="{B5F92CAB-E411-BB1A-B572-6E12811D2E0D}"/>
              </a:ext>
            </a:extLst>
          </p:cNvPr>
          <p:cNvCxnSpPr>
            <a:cxnSpLocks/>
            <a:stCxn id="307" idx="2"/>
          </p:cNvCxnSpPr>
          <p:nvPr/>
        </p:nvCxnSpPr>
        <p:spPr>
          <a:xfrm flipH="1">
            <a:off x="6469953" y="7481954"/>
            <a:ext cx="2" cy="491546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9" name="Group 308">
            <a:extLst>
              <a:ext uri="{FF2B5EF4-FFF2-40B4-BE49-F238E27FC236}">
                <a16:creationId xmlns:a16="http://schemas.microsoft.com/office/drawing/2014/main" id="{C12DA347-36E2-9638-6A1B-D4462ED2E2F0}"/>
              </a:ext>
            </a:extLst>
          </p:cNvPr>
          <p:cNvGrpSpPr/>
          <p:nvPr/>
        </p:nvGrpSpPr>
        <p:grpSpPr>
          <a:xfrm>
            <a:off x="7549457" y="6259182"/>
            <a:ext cx="1214437" cy="1222772"/>
            <a:chOff x="1295400" y="590550"/>
            <a:chExt cx="1143000" cy="1150844"/>
          </a:xfrm>
        </p:grpSpPr>
        <p:sp>
          <p:nvSpPr>
            <p:cNvPr id="312" name="Rectangle 311">
              <a:extLst>
                <a:ext uri="{FF2B5EF4-FFF2-40B4-BE49-F238E27FC236}">
                  <a16:creationId xmlns:a16="http://schemas.microsoft.com/office/drawing/2014/main" id="{A440B8F0-3DA3-2E00-5705-662CD0BE2609}"/>
                </a:ext>
              </a:extLst>
            </p:cNvPr>
            <p:cNvSpPr/>
            <p:nvPr/>
          </p:nvSpPr>
          <p:spPr>
            <a:xfrm>
              <a:off x="1295400" y="590550"/>
              <a:ext cx="1143000" cy="1143000"/>
            </a:xfrm>
            <a:prstGeom prst="rect">
              <a:avLst/>
            </a:prstGeom>
            <a:solidFill>
              <a:srgbClr val="99CC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3"/>
            </a:p>
          </p:txBody>
        </p:sp>
        <p:sp>
          <p:nvSpPr>
            <p:cNvPr id="313" name="Rectangle 312">
              <a:extLst>
                <a:ext uri="{FF2B5EF4-FFF2-40B4-BE49-F238E27FC236}">
                  <a16:creationId xmlns:a16="http://schemas.microsoft.com/office/drawing/2014/main" id="{373C6EF3-4E99-0087-981D-64AF336BB9DB}"/>
                </a:ext>
              </a:extLst>
            </p:cNvPr>
            <p:cNvSpPr/>
            <p:nvPr/>
          </p:nvSpPr>
          <p:spPr>
            <a:xfrm>
              <a:off x="1295400" y="590550"/>
              <a:ext cx="594360" cy="594360"/>
            </a:xfrm>
            <a:prstGeom prst="rect">
              <a:avLst/>
            </a:prstGeom>
            <a:solidFill>
              <a:srgbClr val="FFFF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3"/>
            </a:p>
          </p:txBody>
        </p:sp>
        <p:sp>
          <p:nvSpPr>
            <p:cNvPr id="314" name="TextBox 313">
              <a:extLst>
                <a:ext uri="{FF2B5EF4-FFF2-40B4-BE49-F238E27FC236}">
                  <a16:creationId xmlns:a16="http://schemas.microsoft.com/office/drawing/2014/main" id="{25CEB04D-936E-1791-F1C2-11E1739FFCBF}"/>
                </a:ext>
              </a:extLst>
            </p:cNvPr>
            <p:cNvSpPr txBox="1"/>
            <p:nvPr/>
          </p:nvSpPr>
          <p:spPr>
            <a:xfrm>
              <a:off x="1389441" y="1162050"/>
              <a:ext cx="1000636" cy="5793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700" b="1" dirty="0">
                  <a:solidFill>
                    <a:schemeClr val="bg1"/>
                  </a:solidFill>
                </a:rPr>
                <a:t>PE[3,2]</a:t>
              </a:r>
            </a:p>
            <a:p>
              <a:pPr algn="ctr"/>
              <a:r>
                <a:rPr lang="en-US" sz="1700" b="1" dirty="0">
                  <a:solidFill>
                    <a:schemeClr val="bg1"/>
                  </a:solidFill>
                </a:rPr>
                <a:t>STO2[1,1]</a:t>
              </a:r>
            </a:p>
          </p:txBody>
        </p:sp>
      </p:grpSp>
      <p:cxnSp>
        <p:nvCxnSpPr>
          <p:cNvPr id="310" name="Straight Arrow Connector 309">
            <a:extLst>
              <a:ext uri="{FF2B5EF4-FFF2-40B4-BE49-F238E27FC236}">
                <a16:creationId xmlns:a16="http://schemas.microsoft.com/office/drawing/2014/main" id="{D94AB299-8940-A00A-EC36-3BD1A9909F94}"/>
              </a:ext>
            </a:extLst>
          </p:cNvPr>
          <p:cNvCxnSpPr>
            <a:cxnSpLocks/>
            <a:stCxn id="312" idx="3"/>
          </p:cNvCxnSpPr>
          <p:nvPr/>
        </p:nvCxnSpPr>
        <p:spPr>
          <a:xfrm>
            <a:off x="8763894" y="6866400"/>
            <a:ext cx="485775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Straight Arrow Connector 310">
            <a:extLst>
              <a:ext uri="{FF2B5EF4-FFF2-40B4-BE49-F238E27FC236}">
                <a16:creationId xmlns:a16="http://schemas.microsoft.com/office/drawing/2014/main" id="{F565FC9D-675B-C150-B36B-6F0588F9BB90}"/>
              </a:ext>
            </a:extLst>
          </p:cNvPr>
          <p:cNvCxnSpPr>
            <a:cxnSpLocks/>
            <a:stCxn id="314" idx="2"/>
          </p:cNvCxnSpPr>
          <p:nvPr/>
        </p:nvCxnSpPr>
        <p:spPr>
          <a:xfrm flipH="1">
            <a:off x="8180963" y="7481954"/>
            <a:ext cx="1" cy="491546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16" name="Group 315">
            <a:extLst>
              <a:ext uri="{FF2B5EF4-FFF2-40B4-BE49-F238E27FC236}">
                <a16:creationId xmlns:a16="http://schemas.microsoft.com/office/drawing/2014/main" id="{ECE04118-5E44-0DCD-A954-85F81E59DC4A}"/>
              </a:ext>
            </a:extLst>
          </p:cNvPr>
          <p:cNvGrpSpPr/>
          <p:nvPr/>
        </p:nvGrpSpPr>
        <p:grpSpPr>
          <a:xfrm>
            <a:off x="9249670" y="6259182"/>
            <a:ext cx="1214437" cy="1222772"/>
            <a:chOff x="1295400" y="590550"/>
            <a:chExt cx="1143000" cy="1150844"/>
          </a:xfrm>
        </p:grpSpPr>
        <p:sp>
          <p:nvSpPr>
            <p:cNvPr id="319" name="Rectangle 318">
              <a:extLst>
                <a:ext uri="{FF2B5EF4-FFF2-40B4-BE49-F238E27FC236}">
                  <a16:creationId xmlns:a16="http://schemas.microsoft.com/office/drawing/2014/main" id="{1DDFF631-D4D3-E41D-3139-6345FA5D2ECF}"/>
                </a:ext>
              </a:extLst>
            </p:cNvPr>
            <p:cNvSpPr/>
            <p:nvPr/>
          </p:nvSpPr>
          <p:spPr>
            <a:xfrm>
              <a:off x="1295400" y="590550"/>
              <a:ext cx="1143000" cy="1143000"/>
            </a:xfrm>
            <a:prstGeom prst="rect">
              <a:avLst/>
            </a:prstGeom>
            <a:solidFill>
              <a:srgbClr val="99CC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3"/>
            </a:p>
          </p:txBody>
        </p:sp>
        <p:sp>
          <p:nvSpPr>
            <p:cNvPr id="320" name="Rectangle 319">
              <a:extLst>
                <a:ext uri="{FF2B5EF4-FFF2-40B4-BE49-F238E27FC236}">
                  <a16:creationId xmlns:a16="http://schemas.microsoft.com/office/drawing/2014/main" id="{5E5C1A77-060A-F9C3-28B8-63DFE200D089}"/>
                </a:ext>
              </a:extLst>
            </p:cNvPr>
            <p:cNvSpPr/>
            <p:nvPr/>
          </p:nvSpPr>
          <p:spPr>
            <a:xfrm>
              <a:off x="1295400" y="590550"/>
              <a:ext cx="594360" cy="594360"/>
            </a:xfrm>
            <a:prstGeom prst="rect">
              <a:avLst/>
            </a:prstGeom>
            <a:solidFill>
              <a:srgbClr val="FFFF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3"/>
            </a:p>
          </p:txBody>
        </p: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D5E1A7EE-5061-9A5D-2269-715D21B83170}"/>
                </a:ext>
              </a:extLst>
            </p:cNvPr>
            <p:cNvSpPr txBox="1"/>
            <p:nvPr/>
          </p:nvSpPr>
          <p:spPr>
            <a:xfrm>
              <a:off x="1389441" y="1162050"/>
              <a:ext cx="1000636" cy="5793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700" b="1" dirty="0">
                  <a:solidFill>
                    <a:schemeClr val="bg1"/>
                  </a:solidFill>
                </a:rPr>
                <a:t>PE[3,3]</a:t>
              </a:r>
            </a:p>
            <a:p>
              <a:pPr algn="ctr"/>
              <a:r>
                <a:rPr lang="en-US" sz="1700" b="1" dirty="0">
                  <a:solidFill>
                    <a:schemeClr val="bg1"/>
                  </a:solidFill>
                </a:rPr>
                <a:t>STO3[1,1]</a:t>
              </a:r>
            </a:p>
          </p:txBody>
        </p:sp>
      </p:grpSp>
      <p:cxnSp>
        <p:nvCxnSpPr>
          <p:cNvPr id="317" name="Straight Arrow Connector 316">
            <a:extLst>
              <a:ext uri="{FF2B5EF4-FFF2-40B4-BE49-F238E27FC236}">
                <a16:creationId xmlns:a16="http://schemas.microsoft.com/office/drawing/2014/main" id="{B623D103-C72E-D019-FF12-AD2AE98A300D}"/>
              </a:ext>
            </a:extLst>
          </p:cNvPr>
          <p:cNvCxnSpPr>
            <a:cxnSpLocks/>
            <a:stCxn id="319" idx="3"/>
          </p:cNvCxnSpPr>
          <p:nvPr/>
        </p:nvCxnSpPr>
        <p:spPr>
          <a:xfrm>
            <a:off x="10464107" y="6866400"/>
            <a:ext cx="485775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Arrow Connector 317">
            <a:extLst>
              <a:ext uri="{FF2B5EF4-FFF2-40B4-BE49-F238E27FC236}">
                <a16:creationId xmlns:a16="http://schemas.microsoft.com/office/drawing/2014/main" id="{16D57569-14C7-0CBC-B13E-28EA44B5FF87}"/>
              </a:ext>
            </a:extLst>
          </p:cNvPr>
          <p:cNvCxnSpPr>
            <a:cxnSpLocks/>
            <a:stCxn id="321" idx="2"/>
          </p:cNvCxnSpPr>
          <p:nvPr/>
        </p:nvCxnSpPr>
        <p:spPr>
          <a:xfrm flipH="1">
            <a:off x="9881176" y="7481954"/>
            <a:ext cx="1" cy="491546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2" name="TextBox 321">
            <a:extLst>
              <a:ext uri="{FF2B5EF4-FFF2-40B4-BE49-F238E27FC236}">
                <a16:creationId xmlns:a16="http://schemas.microsoft.com/office/drawing/2014/main" id="{F50FA084-CC0E-170D-72A7-62E3ABAF50DD}"/>
              </a:ext>
            </a:extLst>
          </p:cNvPr>
          <p:cNvSpPr txBox="1"/>
          <p:nvPr/>
        </p:nvSpPr>
        <p:spPr>
          <a:xfrm>
            <a:off x="10904236" y="1337788"/>
            <a:ext cx="497252" cy="55015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975" dirty="0"/>
              <a:t>…</a:t>
            </a:r>
          </a:p>
        </p:txBody>
      </p:sp>
      <p:sp>
        <p:nvSpPr>
          <p:cNvPr id="323" name="TextBox 322">
            <a:extLst>
              <a:ext uri="{FF2B5EF4-FFF2-40B4-BE49-F238E27FC236}">
                <a16:creationId xmlns:a16="http://schemas.microsoft.com/office/drawing/2014/main" id="{D063D0D1-687F-8B44-C750-2B09242A6DB9}"/>
              </a:ext>
            </a:extLst>
          </p:cNvPr>
          <p:cNvSpPr txBox="1"/>
          <p:nvPr/>
        </p:nvSpPr>
        <p:spPr>
          <a:xfrm>
            <a:off x="10894642" y="3057695"/>
            <a:ext cx="497252" cy="55015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975" dirty="0"/>
              <a:t>…</a:t>
            </a:r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C14DDFC1-B447-152F-5667-D0EF38CB1B6B}"/>
              </a:ext>
            </a:extLst>
          </p:cNvPr>
          <p:cNvSpPr txBox="1"/>
          <p:nvPr/>
        </p:nvSpPr>
        <p:spPr>
          <a:xfrm>
            <a:off x="10852446" y="4779496"/>
            <a:ext cx="497252" cy="55015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975" dirty="0"/>
              <a:t>…</a:t>
            </a:r>
          </a:p>
        </p:txBody>
      </p:sp>
      <p:sp>
        <p:nvSpPr>
          <p:cNvPr id="325" name="TextBox 324">
            <a:extLst>
              <a:ext uri="{FF2B5EF4-FFF2-40B4-BE49-F238E27FC236}">
                <a16:creationId xmlns:a16="http://schemas.microsoft.com/office/drawing/2014/main" id="{F3D0F21D-C333-891B-8A3F-A45056752E09}"/>
              </a:ext>
            </a:extLst>
          </p:cNvPr>
          <p:cNvSpPr txBox="1"/>
          <p:nvPr/>
        </p:nvSpPr>
        <p:spPr>
          <a:xfrm>
            <a:off x="10852446" y="6499403"/>
            <a:ext cx="497252" cy="55015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975" dirty="0"/>
              <a:t>…</a:t>
            </a:r>
          </a:p>
        </p:txBody>
      </p:sp>
      <p:sp>
        <p:nvSpPr>
          <p:cNvPr id="326" name="TextBox 325">
            <a:extLst>
              <a:ext uri="{FF2B5EF4-FFF2-40B4-BE49-F238E27FC236}">
                <a16:creationId xmlns:a16="http://schemas.microsoft.com/office/drawing/2014/main" id="{48FE6A99-37C1-EF20-FCBE-C655A6FC1AA1}"/>
              </a:ext>
            </a:extLst>
          </p:cNvPr>
          <p:cNvSpPr txBox="1"/>
          <p:nvPr/>
        </p:nvSpPr>
        <p:spPr>
          <a:xfrm>
            <a:off x="9627227" y="7695540"/>
            <a:ext cx="507892" cy="55015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975" dirty="0"/>
              <a:t>…</a:t>
            </a:r>
          </a:p>
        </p:txBody>
      </p:sp>
      <p:sp>
        <p:nvSpPr>
          <p:cNvPr id="329" name="TextBox 328">
            <a:extLst>
              <a:ext uri="{FF2B5EF4-FFF2-40B4-BE49-F238E27FC236}">
                <a16:creationId xmlns:a16="http://schemas.microsoft.com/office/drawing/2014/main" id="{E513C004-B352-76F4-B313-5BEA185864CB}"/>
              </a:ext>
            </a:extLst>
          </p:cNvPr>
          <p:cNvSpPr txBox="1"/>
          <p:nvPr/>
        </p:nvSpPr>
        <p:spPr>
          <a:xfrm>
            <a:off x="7934621" y="7696739"/>
            <a:ext cx="507892" cy="55015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975" dirty="0"/>
              <a:t>…</a:t>
            </a:r>
          </a:p>
        </p:txBody>
      </p:sp>
      <p:sp>
        <p:nvSpPr>
          <p:cNvPr id="330" name="TextBox 329">
            <a:extLst>
              <a:ext uri="{FF2B5EF4-FFF2-40B4-BE49-F238E27FC236}">
                <a16:creationId xmlns:a16="http://schemas.microsoft.com/office/drawing/2014/main" id="{6D6F41C6-776C-267C-73C5-1C7E815E36A4}"/>
              </a:ext>
            </a:extLst>
          </p:cNvPr>
          <p:cNvSpPr txBox="1"/>
          <p:nvPr/>
        </p:nvSpPr>
        <p:spPr>
          <a:xfrm>
            <a:off x="6218632" y="7697249"/>
            <a:ext cx="507892" cy="55015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975" dirty="0"/>
              <a:t>…</a:t>
            </a:r>
          </a:p>
        </p:txBody>
      </p:sp>
      <p:sp>
        <p:nvSpPr>
          <p:cNvPr id="331" name="TextBox 330">
            <a:extLst>
              <a:ext uri="{FF2B5EF4-FFF2-40B4-BE49-F238E27FC236}">
                <a16:creationId xmlns:a16="http://schemas.microsoft.com/office/drawing/2014/main" id="{66B3FA4F-A9AF-FA70-B02D-A54DB2BA7CFB}"/>
              </a:ext>
            </a:extLst>
          </p:cNvPr>
          <p:cNvSpPr txBox="1"/>
          <p:nvPr/>
        </p:nvSpPr>
        <p:spPr>
          <a:xfrm>
            <a:off x="4518945" y="7697249"/>
            <a:ext cx="507892" cy="55015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975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534378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FA62E-4E4A-AE3B-8B12-057B0E488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3A58852B-E4EE-6DE8-6C89-6B4994F864C2}"/>
              </a:ext>
            </a:extLst>
          </p:cNvPr>
          <p:cNvSpPr/>
          <p:nvPr/>
        </p:nvSpPr>
        <p:spPr>
          <a:xfrm>
            <a:off x="9369645" y="6390513"/>
            <a:ext cx="4516162" cy="1854903"/>
          </a:xfrm>
          <a:prstGeom prst="roundRect">
            <a:avLst/>
          </a:prstGeom>
          <a:noFill/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7" name="Picture 5">
            <a:extLst>
              <a:ext uri="{FF2B5EF4-FFF2-40B4-BE49-F238E27FC236}">
                <a16:creationId xmlns:a16="http://schemas.microsoft.com/office/drawing/2014/main" id="{45489448-0D13-1862-5276-583BFE6898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2308" y="6459392"/>
            <a:ext cx="1744995" cy="1692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</a:extLst>
        </p:spPr>
      </p:pic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E3322064-F434-DF51-C508-15549A8E8E5A}"/>
              </a:ext>
            </a:extLst>
          </p:cNvPr>
          <p:cNvSpPr/>
          <p:nvPr/>
        </p:nvSpPr>
        <p:spPr>
          <a:xfrm>
            <a:off x="10241329" y="6572630"/>
            <a:ext cx="1581022" cy="1548137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13"/>
          </a:p>
        </p:txBody>
      </p:sp>
      <p:pic>
        <p:nvPicPr>
          <p:cNvPr id="3" name="Picture 2" descr="A person with his hand up&#10;&#10;AI-generated content may be incorrect.">
            <a:extLst>
              <a:ext uri="{FF2B5EF4-FFF2-40B4-BE49-F238E27FC236}">
                <a16:creationId xmlns:a16="http://schemas.microsoft.com/office/drawing/2014/main" id="{6CA721A7-E662-3F56-9AED-35FD939925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6511" y="882862"/>
            <a:ext cx="2503160" cy="2370384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4A022FE-F86C-B3F7-CD92-7847A4F9810D}"/>
              </a:ext>
            </a:extLst>
          </p:cNvPr>
          <p:cNvSpPr/>
          <p:nvPr/>
        </p:nvSpPr>
        <p:spPr>
          <a:xfrm>
            <a:off x="5232948" y="1322310"/>
            <a:ext cx="2045164" cy="1512084"/>
          </a:xfrm>
          <a:prstGeom prst="roundRect">
            <a:avLst/>
          </a:prstGeom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913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4F040F7-EB9B-0C45-37AC-C550C2E68D16}"/>
              </a:ext>
            </a:extLst>
          </p:cNvPr>
          <p:cNvCxnSpPr>
            <a:cxnSpLocks/>
          </p:cNvCxnSpPr>
          <p:nvPr/>
        </p:nvCxnSpPr>
        <p:spPr>
          <a:xfrm flipH="1" flipV="1">
            <a:off x="4101705" y="882862"/>
            <a:ext cx="1183209" cy="55065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493A4CF-EE1B-9DC1-CD20-49317F730079}"/>
              </a:ext>
            </a:extLst>
          </p:cNvPr>
          <p:cNvCxnSpPr>
            <a:cxnSpLocks/>
          </p:cNvCxnSpPr>
          <p:nvPr/>
        </p:nvCxnSpPr>
        <p:spPr>
          <a:xfrm flipH="1">
            <a:off x="4109671" y="2723183"/>
            <a:ext cx="1175243" cy="51208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8265DED7-C7AC-2474-208F-40FD6D98A37F}"/>
              </a:ext>
            </a:extLst>
          </p:cNvPr>
          <p:cNvSpPr/>
          <p:nvPr/>
        </p:nvSpPr>
        <p:spPr>
          <a:xfrm>
            <a:off x="7278112" y="1811749"/>
            <a:ext cx="2106776" cy="533209"/>
          </a:xfrm>
          <a:prstGeom prst="rightArrow">
            <a:avLst>
              <a:gd name="adj1" fmla="val 50000"/>
              <a:gd name="adj2" fmla="val 80597"/>
            </a:avLst>
          </a:prstGeom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913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6F7F9A-2193-58E4-CD61-E47660AB569D}"/>
              </a:ext>
            </a:extLst>
          </p:cNvPr>
          <p:cNvSpPr txBox="1"/>
          <p:nvPr/>
        </p:nvSpPr>
        <p:spPr>
          <a:xfrm>
            <a:off x="7772050" y="2153186"/>
            <a:ext cx="778739" cy="3867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13" dirty="0" err="1"/>
              <a:t>x,y,p,t</a:t>
            </a:r>
            <a:endParaRPr lang="en-US" sz="1913" dirty="0"/>
          </a:p>
        </p:txBody>
      </p:sp>
      <p:pic>
        <p:nvPicPr>
          <p:cNvPr id="18" name="Picture 17" descr="A drawing of a person's hand&#10;&#10;AI-generated content may be incorrect.">
            <a:extLst>
              <a:ext uri="{FF2B5EF4-FFF2-40B4-BE49-F238E27FC236}">
                <a16:creationId xmlns:a16="http://schemas.microsoft.com/office/drawing/2014/main" id="{AB549DE0-A715-E56B-694E-D64ED4BEFB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4888" y="1100079"/>
            <a:ext cx="2051940" cy="19431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DE7DB31-85C3-DDE2-FD81-1CD0C6412CAA}"/>
              </a:ext>
            </a:extLst>
          </p:cNvPr>
          <p:cNvSpPr txBox="1"/>
          <p:nvPr/>
        </p:nvSpPr>
        <p:spPr>
          <a:xfrm>
            <a:off x="1477203" y="336906"/>
            <a:ext cx="461986" cy="4847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50" b="1" dirty="0"/>
              <a:t>a)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A65E91B-B261-017C-0E45-FF701CD2E05E}"/>
              </a:ext>
            </a:extLst>
          </p:cNvPr>
          <p:cNvSpPr txBox="1"/>
          <p:nvPr/>
        </p:nvSpPr>
        <p:spPr>
          <a:xfrm>
            <a:off x="5625676" y="938500"/>
            <a:ext cx="1652434" cy="386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913" dirty="0"/>
              <a:t>DVS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FED8C93-CBA6-1A8F-1D6B-C455D028F3D3}"/>
              </a:ext>
            </a:extLst>
          </p:cNvPr>
          <p:cNvSpPr txBox="1"/>
          <p:nvPr/>
        </p:nvSpPr>
        <p:spPr>
          <a:xfrm>
            <a:off x="9155341" y="646043"/>
            <a:ext cx="473206" cy="4847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50" b="1" dirty="0"/>
              <a:t>b)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DDA7FB8-70D1-BCC1-7BF6-DB9B235EE802}"/>
              </a:ext>
            </a:extLst>
          </p:cNvPr>
          <p:cNvSpPr txBox="1"/>
          <p:nvPr/>
        </p:nvSpPr>
        <p:spPr>
          <a:xfrm>
            <a:off x="4925284" y="3085243"/>
            <a:ext cx="4154170" cy="386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913" dirty="0"/>
              <a:t>Silicon Retina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127EA8B-F187-8926-834E-79D2B2225DB6}"/>
              </a:ext>
            </a:extLst>
          </p:cNvPr>
          <p:cNvSpPr/>
          <p:nvPr/>
        </p:nvSpPr>
        <p:spPr>
          <a:xfrm>
            <a:off x="5232948" y="3420132"/>
            <a:ext cx="3842381" cy="2829455"/>
          </a:xfrm>
          <a:prstGeom prst="roundRect">
            <a:avLst/>
          </a:prstGeom>
          <a:solidFill>
            <a:srgbClr val="92D050">
              <a:alpha val="45098"/>
            </a:srgbClr>
          </a:solidFill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913" dirty="0"/>
          </a:p>
        </p:txBody>
      </p:sp>
      <p:pic>
        <p:nvPicPr>
          <p:cNvPr id="28" name="Picture 27" descr="A person with their hands on their face&#10;&#10;AI-generated content may be incorrect.">
            <a:extLst>
              <a:ext uri="{FF2B5EF4-FFF2-40B4-BE49-F238E27FC236}">
                <a16:creationId xmlns:a16="http://schemas.microsoft.com/office/drawing/2014/main" id="{0DCF09EE-37B0-665D-4F48-BD3480B57C0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9132" y="4273085"/>
            <a:ext cx="1129031" cy="1069143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A7EA539-378E-3CE1-E890-7DF18C511F30}"/>
                  </a:ext>
                </a:extLst>
              </p:cNvPr>
              <p:cNvSpPr txBox="1"/>
              <p:nvPr/>
            </p:nvSpPr>
            <p:spPr>
              <a:xfrm>
                <a:off x="5599709" y="3880349"/>
                <a:ext cx="666208" cy="3867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913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13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1913" i="1">
                              <a:latin typeface="Cambria Math" panose="02040503050406030204" pitchFamily="18" charset="0"/>
                            </a:rPr>
                            <m:t>𝑂𝑃𝐿</m:t>
                          </m:r>
                        </m:sub>
                      </m:sSub>
                    </m:oMath>
                  </m:oMathPara>
                </a14:m>
                <a:endParaRPr lang="en-US" sz="1913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A7EA539-378E-3CE1-E890-7DF18C511F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9709" y="3880349"/>
                <a:ext cx="666208" cy="38670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1" name="Picture 30" descr="A person taking a selfie&#10;&#10;AI-generated content may be incorrect.">
            <a:extLst>
              <a:ext uri="{FF2B5EF4-FFF2-40B4-BE49-F238E27FC236}">
                <a16:creationId xmlns:a16="http://schemas.microsoft.com/office/drawing/2014/main" id="{DE5AB86D-D0D4-32A1-04F9-1F07891265E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8821" y="4276624"/>
            <a:ext cx="1129032" cy="106914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AA16E79-C2A4-EC73-E8B9-CB798290E3FA}"/>
                  </a:ext>
                </a:extLst>
              </p:cNvPr>
              <p:cNvSpPr txBox="1"/>
              <p:nvPr/>
            </p:nvSpPr>
            <p:spPr>
              <a:xfrm>
                <a:off x="6722949" y="3846824"/>
                <a:ext cx="677750" cy="3867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913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13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913" i="1">
                              <a:latin typeface="Cambria Math" panose="02040503050406030204" pitchFamily="18" charset="0"/>
                            </a:rPr>
                            <m:t>𝐵𝐼𝑃</m:t>
                          </m:r>
                        </m:sub>
                      </m:sSub>
                    </m:oMath>
                  </m:oMathPara>
                </a14:m>
                <a:endParaRPr lang="en-US" sz="1913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AA16E79-C2A4-EC73-E8B9-CB798290E3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2949" y="3846824"/>
                <a:ext cx="677750" cy="3867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5" name="Picture 34" descr="A person with glasses and a hand gesture&#10;&#10;AI-generated content may be incorrect.">
            <a:extLst>
              <a:ext uri="{FF2B5EF4-FFF2-40B4-BE49-F238E27FC236}">
                <a16:creationId xmlns:a16="http://schemas.microsoft.com/office/drawing/2014/main" id="{ECE7E735-0F7B-BF97-A61A-23609A79E30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4155" y="3681757"/>
            <a:ext cx="1011647" cy="957985"/>
          </a:xfrm>
          <a:prstGeom prst="rect">
            <a:avLst/>
          </a:prstGeom>
        </p:spPr>
      </p:pic>
      <p:pic>
        <p:nvPicPr>
          <p:cNvPr id="37" name="Picture 36" descr="A person in glasses and a mask&#10;&#10;AI-generated content may be incorrect.">
            <a:extLst>
              <a:ext uri="{FF2B5EF4-FFF2-40B4-BE49-F238E27FC236}">
                <a16:creationId xmlns:a16="http://schemas.microsoft.com/office/drawing/2014/main" id="{AD1B8299-A40F-9642-68FD-D1FE468FBA9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3574" y="5059469"/>
            <a:ext cx="1011647" cy="957986"/>
          </a:xfrm>
          <a:prstGeom prst="rect">
            <a:avLst/>
          </a:prstGeom>
        </p:spPr>
      </p:pic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032D0B6-3D2F-E888-A23F-0A42ED93DDAA}"/>
              </a:ext>
            </a:extLst>
          </p:cNvPr>
          <p:cNvCxnSpPr>
            <a:cxnSpLocks/>
            <a:stCxn id="28" idx="3"/>
            <a:endCxn id="31" idx="1"/>
          </p:cNvCxnSpPr>
          <p:nvPr/>
        </p:nvCxnSpPr>
        <p:spPr>
          <a:xfrm>
            <a:off x="6468159" y="4807655"/>
            <a:ext cx="140662" cy="35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6D845D4D-4C9A-6229-28C0-50F82DE33EB0}"/>
              </a:ext>
            </a:extLst>
          </p:cNvPr>
          <p:cNvCxnSpPr>
            <a:cxnSpLocks/>
            <a:stCxn id="31" idx="3"/>
            <a:endCxn id="35" idx="1"/>
          </p:cNvCxnSpPr>
          <p:nvPr/>
        </p:nvCxnSpPr>
        <p:spPr>
          <a:xfrm flipV="1">
            <a:off x="7737855" y="4160750"/>
            <a:ext cx="206300" cy="65044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87E7A8D5-4449-31E4-B94E-A45DD6432AB3}"/>
              </a:ext>
            </a:extLst>
          </p:cNvPr>
          <p:cNvCxnSpPr>
            <a:cxnSpLocks/>
            <a:stCxn id="31" idx="3"/>
            <a:endCxn id="37" idx="1"/>
          </p:cNvCxnSpPr>
          <p:nvPr/>
        </p:nvCxnSpPr>
        <p:spPr>
          <a:xfrm>
            <a:off x="7737855" y="4811199"/>
            <a:ext cx="205719" cy="72726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BAC3F09-A2AB-8528-1516-C98D4545779F}"/>
                  </a:ext>
                </a:extLst>
              </p:cNvPr>
              <p:cNvSpPr txBox="1"/>
              <p:nvPr/>
            </p:nvSpPr>
            <p:spPr>
              <a:xfrm>
                <a:off x="8106150" y="3394338"/>
                <a:ext cx="547073" cy="321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88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88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488" i="1">
                              <a:latin typeface="Cambria Math" panose="02040503050406030204" pitchFamily="18" charset="0"/>
                            </a:rPr>
                            <m:t>𝐿𝐼𝐹</m:t>
                          </m:r>
                        </m:sub>
                        <m:sup>
                          <m:r>
                            <a:rPr lang="en-US" sz="1488" i="1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bSup>
                    </m:oMath>
                  </m:oMathPara>
                </a14:m>
                <a:endParaRPr lang="en-US" sz="1488" dirty="0"/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BAC3F09-A2AB-8528-1516-C98D454577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6150" y="3394338"/>
                <a:ext cx="547073" cy="32130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6A3B01E-03AD-47BA-A520-88DF39DE5F25}"/>
                  </a:ext>
                </a:extLst>
              </p:cNvPr>
              <p:cNvSpPr txBox="1"/>
              <p:nvPr/>
            </p:nvSpPr>
            <p:spPr>
              <a:xfrm>
                <a:off x="8126212" y="4746720"/>
                <a:ext cx="547073" cy="321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88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88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488" i="1">
                              <a:latin typeface="Cambria Math" panose="02040503050406030204" pitchFamily="18" charset="0"/>
                            </a:rPr>
                            <m:t>𝐿𝐼𝐹</m:t>
                          </m:r>
                        </m:sub>
                        <m:sup>
                          <m:r>
                            <a:rPr lang="en-US" sz="1488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bSup>
                    </m:oMath>
                  </m:oMathPara>
                </a14:m>
                <a:endParaRPr lang="en-US" sz="1488" dirty="0"/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6A3B01E-03AD-47BA-A520-88DF39DE5F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6212" y="4746720"/>
                <a:ext cx="547073" cy="32130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9" name="Picture 48" descr="A blue and red paint on a white background&#10;&#10;AI-generated content may be incorrect.">
            <a:extLst>
              <a:ext uri="{FF2B5EF4-FFF2-40B4-BE49-F238E27FC236}">
                <a16:creationId xmlns:a16="http://schemas.microsoft.com/office/drawing/2014/main" id="{62371220-E686-0308-1FCE-21A12C719CB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4888" y="3834163"/>
            <a:ext cx="2051940" cy="19431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9" name="Arrow: Right 58">
            <a:extLst>
              <a:ext uri="{FF2B5EF4-FFF2-40B4-BE49-F238E27FC236}">
                <a16:creationId xmlns:a16="http://schemas.microsoft.com/office/drawing/2014/main" id="{A134A001-663E-0EED-A11A-A8C34D43C153}"/>
              </a:ext>
            </a:extLst>
          </p:cNvPr>
          <p:cNvSpPr/>
          <p:nvPr/>
        </p:nvSpPr>
        <p:spPr>
          <a:xfrm>
            <a:off x="9074386" y="4732082"/>
            <a:ext cx="295259" cy="195018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13" dirty="0"/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AC95D86E-4814-D89D-B095-C27BCBDDE0F1}"/>
              </a:ext>
            </a:extLst>
          </p:cNvPr>
          <p:cNvSpPr/>
          <p:nvPr/>
        </p:nvSpPr>
        <p:spPr>
          <a:xfrm>
            <a:off x="12213538" y="1433517"/>
            <a:ext cx="1672270" cy="1289668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US" sz="1913" b="1" dirty="0"/>
              <a:t>Neural Network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692BA42E-3F98-ABC5-89C0-10953595D387}"/>
              </a:ext>
            </a:extLst>
          </p:cNvPr>
          <p:cNvSpPr/>
          <p:nvPr/>
        </p:nvSpPr>
        <p:spPr>
          <a:xfrm>
            <a:off x="12222134" y="4157702"/>
            <a:ext cx="1672270" cy="1289668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US" sz="1913" b="1" dirty="0"/>
              <a:t>Neural Network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8BB66854-451B-B31B-343B-8D421C862095}"/>
              </a:ext>
            </a:extLst>
          </p:cNvPr>
          <p:cNvSpPr/>
          <p:nvPr/>
        </p:nvSpPr>
        <p:spPr>
          <a:xfrm>
            <a:off x="12213537" y="3134560"/>
            <a:ext cx="1672270" cy="662029"/>
          </a:xfrm>
          <a:prstGeom prst="round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en-US" sz="1913" b="1" dirty="0"/>
              <a:t>Compare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7B80E8CF-B48C-3168-E3F8-01831479CF9A}"/>
              </a:ext>
            </a:extLst>
          </p:cNvPr>
          <p:cNvCxnSpPr>
            <a:stCxn id="18" idx="3"/>
            <a:endCxn id="64" idx="1"/>
          </p:cNvCxnSpPr>
          <p:nvPr/>
        </p:nvCxnSpPr>
        <p:spPr>
          <a:xfrm>
            <a:off x="11436830" y="2071631"/>
            <a:ext cx="776708" cy="672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77C2C564-32B2-E1AF-C227-02408156E2DB}"/>
              </a:ext>
            </a:extLst>
          </p:cNvPr>
          <p:cNvCxnSpPr>
            <a:cxnSpLocks/>
            <a:stCxn id="64" idx="2"/>
            <a:endCxn id="66" idx="0"/>
          </p:cNvCxnSpPr>
          <p:nvPr/>
        </p:nvCxnSpPr>
        <p:spPr>
          <a:xfrm flipH="1">
            <a:off x="13049674" y="2723185"/>
            <a:ext cx="1" cy="41137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4797BC60-95E9-B212-E284-F45186E0FCD0}"/>
              </a:ext>
            </a:extLst>
          </p:cNvPr>
          <p:cNvCxnSpPr>
            <a:cxnSpLocks/>
            <a:stCxn id="65" idx="0"/>
            <a:endCxn id="66" idx="2"/>
          </p:cNvCxnSpPr>
          <p:nvPr/>
        </p:nvCxnSpPr>
        <p:spPr>
          <a:xfrm flipH="1" flipV="1">
            <a:off x="13049671" y="3796591"/>
            <a:ext cx="8598" cy="36111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B8E7FB49-6C3F-CD7C-39DF-0236AD01F8BD}"/>
              </a:ext>
            </a:extLst>
          </p:cNvPr>
          <p:cNvCxnSpPr>
            <a:cxnSpLocks/>
            <a:stCxn id="49" idx="3"/>
            <a:endCxn id="65" idx="1"/>
          </p:cNvCxnSpPr>
          <p:nvPr/>
        </p:nvCxnSpPr>
        <p:spPr>
          <a:xfrm flipV="1">
            <a:off x="11436829" y="4802536"/>
            <a:ext cx="785304" cy="317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65B73F8E-E984-4C39-7EE6-88BB054DD232}"/>
              </a:ext>
            </a:extLst>
          </p:cNvPr>
          <p:cNvSpPr txBox="1"/>
          <p:nvPr/>
        </p:nvSpPr>
        <p:spPr>
          <a:xfrm>
            <a:off x="11777590" y="1366050"/>
            <a:ext cx="461986" cy="4847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50" b="1" dirty="0"/>
              <a:t>e)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75702A0-700A-AA97-F84E-90C01025A137}"/>
              </a:ext>
            </a:extLst>
          </p:cNvPr>
          <p:cNvSpPr txBox="1"/>
          <p:nvPr/>
        </p:nvSpPr>
        <p:spPr>
          <a:xfrm>
            <a:off x="11782746" y="4074181"/>
            <a:ext cx="461986" cy="4847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50" b="1" dirty="0"/>
              <a:t>e)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81B009B-CB49-840B-53FB-4E76739F25A1}"/>
              </a:ext>
            </a:extLst>
          </p:cNvPr>
          <p:cNvSpPr txBox="1"/>
          <p:nvPr/>
        </p:nvSpPr>
        <p:spPr>
          <a:xfrm>
            <a:off x="11820492" y="3206511"/>
            <a:ext cx="396391" cy="4847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50" b="1" dirty="0"/>
              <a:t>f)</a:t>
            </a:r>
          </a:p>
        </p:txBody>
      </p:sp>
      <p:pic>
        <p:nvPicPr>
          <p:cNvPr id="90" name="Picture 89">
            <a:extLst>
              <a:ext uri="{FF2B5EF4-FFF2-40B4-BE49-F238E27FC236}">
                <a16:creationId xmlns:a16="http://schemas.microsoft.com/office/drawing/2014/main" id="{0806DBDC-266F-C399-766C-17C39445C491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6200000">
            <a:off x="8974533" y="6894551"/>
            <a:ext cx="879856" cy="909464"/>
          </a:xfrm>
          <a:prstGeom prst="rect">
            <a:avLst/>
          </a:prstGeom>
          <a:effectLst>
            <a:softEdge rad="635000"/>
          </a:effectLst>
          <a:scene3d>
            <a:camera prst="perspectiveRelaxed" fov="3900000">
              <a:rot lat="19787143" lon="18897834" rev="3569538"/>
            </a:camera>
            <a:lightRig rig="flood" dir="t"/>
          </a:scene3d>
          <a:sp3d z="107950" extrusionH="133350" prstMaterial="matte">
            <a:bevelT w="19050" h="38100"/>
            <a:bevelB w="0" h="0"/>
            <a:extrusionClr>
              <a:schemeClr val="tx1">
                <a:lumMod val="85000"/>
                <a:lumOff val="15000"/>
              </a:schemeClr>
            </a:extrusionClr>
          </a:sp3d>
        </p:spPr>
      </p:pic>
      <p:pic>
        <p:nvPicPr>
          <p:cNvPr id="97" name="Picture 96" descr="A person with his hand up&#10;&#10;AI-generated content may be incorrect.">
            <a:extLst>
              <a:ext uri="{FF2B5EF4-FFF2-40B4-BE49-F238E27FC236}">
                <a16:creationId xmlns:a16="http://schemas.microsoft.com/office/drawing/2014/main" id="{331A387B-A515-43E0-3CA6-5C0E128EA6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385" y="3653018"/>
            <a:ext cx="2503160" cy="2370384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811D98DA-4B93-DD94-1906-B1DA20F38C9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8493070" y="7121999"/>
            <a:ext cx="801211" cy="440782"/>
          </a:xfrm>
          <a:prstGeom prst="rect">
            <a:avLst/>
          </a:prstGeom>
        </p:spPr>
      </p:pic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9292D6B1-3F48-612D-1C62-813A480AE9FD}"/>
              </a:ext>
            </a:extLst>
          </p:cNvPr>
          <p:cNvCxnSpPr>
            <a:cxnSpLocks/>
          </p:cNvCxnSpPr>
          <p:nvPr/>
        </p:nvCxnSpPr>
        <p:spPr>
          <a:xfrm flipH="1" flipV="1">
            <a:off x="4110544" y="3653021"/>
            <a:ext cx="1143247" cy="55921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5BD05116-9815-78F7-E91A-5133BB07870F}"/>
              </a:ext>
            </a:extLst>
          </p:cNvPr>
          <p:cNvCxnSpPr>
            <a:cxnSpLocks/>
          </p:cNvCxnSpPr>
          <p:nvPr/>
        </p:nvCxnSpPr>
        <p:spPr>
          <a:xfrm flipH="1">
            <a:off x="4093738" y="5447370"/>
            <a:ext cx="1135085" cy="56598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6" name="Object 10">
            <a:extLst>
              <a:ext uri="{FF2B5EF4-FFF2-40B4-BE49-F238E27FC236}">
                <a16:creationId xmlns:a16="http://schemas.microsoft.com/office/drawing/2014/main" id="{B53B7F2A-E48E-83EF-65A1-FA4D81BBEF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9551537"/>
              </p:ext>
            </p:extLst>
          </p:nvPr>
        </p:nvGraphicFramePr>
        <p:xfrm>
          <a:off x="12114697" y="6607591"/>
          <a:ext cx="1642221" cy="148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18" imgW="2173680" imgH="1965240" progId="Word.Picture.8">
                  <p:embed/>
                </p:oleObj>
              </mc:Choice>
              <mc:Fallback>
                <p:oleObj name="Picture" r:id="rId18" imgW="2173680" imgH="1965240" progId="Word.Picture.8">
                  <p:embed/>
                  <p:pic>
                    <p:nvPicPr>
                      <p:cNvPr id="126" name="Object 10">
                        <a:extLst>
                          <a:ext uri="{FF2B5EF4-FFF2-40B4-BE49-F238E27FC236}">
                            <a16:creationId xmlns:a16="http://schemas.microsoft.com/office/drawing/2014/main" id="{B53B7F2A-E48E-83EF-65A1-FA4D81BBEF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14697" y="6607591"/>
                        <a:ext cx="1642221" cy="1482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AEE10B21-BE27-107E-E034-AC39899A422F}"/>
              </a:ext>
            </a:extLst>
          </p:cNvPr>
          <p:cNvCxnSpPr>
            <a:cxnSpLocks/>
          </p:cNvCxnSpPr>
          <p:nvPr/>
        </p:nvCxnSpPr>
        <p:spPr>
          <a:xfrm flipH="1">
            <a:off x="11493962" y="6607591"/>
            <a:ext cx="694970" cy="5460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F414C473-2AB9-D39D-D6EA-7101BD0B8A86}"/>
              </a:ext>
            </a:extLst>
          </p:cNvPr>
          <p:cNvCxnSpPr>
            <a:cxnSpLocks/>
          </p:cNvCxnSpPr>
          <p:nvPr/>
        </p:nvCxnSpPr>
        <p:spPr>
          <a:xfrm>
            <a:off x="11493962" y="7283830"/>
            <a:ext cx="694970" cy="78970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F64C362-AC39-726E-4AB4-E0FCA54F936C}"/>
              </a:ext>
            </a:extLst>
          </p:cNvPr>
          <p:cNvSpPr txBox="1"/>
          <p:nvPr/>
        </p:nvSpPr>
        <p:spPr>
          <a:xfrm>
            <a:off x="9155341" y="3392437"/>
            <a:ext cx="473206" cy="4847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50" b="1" dirty="0"/>
              <a:t>d)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2B5F586-6B07-01A5-5CB9-3174647A33F0}"/>
              </a:ext>
            </a:extLst>
          </p:cNvPr>
          <p:cNvCxnSpPr>
            <a:cxnSpLocks/>
          </p:cNvCxnSpPr>
          <p:nvPr/>
        </p:nvCxnSpPr>
        <p:spPr>
          <a:xfrm flipV="1">
            <a:off x="9567001" y="6994905"/>
            <a:ext cx="655590" cy="3429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Arrow: Right 47">
            <a:extLst>
              <a:ext uri="{FF2B5EF4-FFF2-40B4-BE49-F238E27FC236}">
                <a16:creationId xmlns:a16="http://schemas.microsoft.com/office/drawing/2014/main" id="{ED140BDC-A6F4-4619-A784-A2275042DE80}"/>
              </a:ext>
            </a:extLst>
          </p:cNvPr>
          <p:cNvSpPr/>
          <p:nvPr/>
        </p:nvSpPr>
        <p:spPr>
          <a:xfrm>
            <a:off x="6862233" y="7113234"/>
            <a:ext cx="1841918" cy="385233"/>
          </a:xfrm>
          <a:prstGeom prst="rightArrow">
            <a:avLst/>
          </a:prstGeom>
          <a:solidFill>
            <a:srgbClr val="B5D197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E512D5F-27F9-EBD4-9B3D-C62B0202A984}"/>
              </a:ext>
            </a:extLst>
          </p:cNvPr>
          <p:cNvSpPr/>
          <p:nvPr/>
        </p:nvSpPr>
        <p:spPr>
          <a:xfrm rot="16200000">
            <a:off x="6475072" y="6635801"/>
            <a:ext cx="962426" cy="186821"/>
          </a:xfrm>
          <a:prstGeom prst="rect">
            <a:avLst/>
          </a:prstGeom>
          <a:solidFill>
            <a:srgbClr val="B5D197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F03B592-6E93-3998-B408-E9E206766AB1}"/>
              </a:ext>
            </a:extLst>
          </p:cNvPr>
          <p:cNvSpPr/>
          <p:nvPr/>
        </p:nvSpPr>
        <p:spPr>
          <a:xfrm>
            <a:off x="6874931" y="6983942"/>
            <a:ext cx="164592" cy="302005"/>
          </a:xfrm>
          <a:prstGeom prst="rect">
            <a:avLst/>
          </a:prstGeom>
          <a:solidFill>
            <a:srgbClr val="B5D1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5993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5AEA6-9C46-4D31-C96D-6CB9334CD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8B03E84F-08C5-432D-2A58-7F4C0C9E1ADD}"/>
              </a:ext>
            </a:extLst>
          </p:cNvPr>
          <p:cNvSpPr/>
          <p:nvPr/>
        </p:nvSpPr>
        <p:spPr>
          <a:xfrm>
            <a:off x="9369645" y="6390513"/>
            <a:ext cx="4516162" cy="1854903"/>
          </a:xfrm>
          <a:prstGeom prst="roundRect">
            <a:avLst/>
          </a:prstGeom>
          <a:noFill/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7" name="Picture 5">
            <a:extLst>
              <a:ext uri="{FF2B5EF4-FFF2-40B4-BE49-F238E27FC236}">
                <a16:creationId xmlns:a16="http://schemas.microsoft.com/office/drawing/2014/main" id="{36884286-DA90-1965-1CCD-79A799EA73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2308" y="6459392"/>
            <a:ext cx="1744995" cy="1692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</a:extLst>
        </p:spPr>
      </p:pic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E7DAB8D0-1296-7CEA-8E2E-0BA746E0D354}"/>
              </a:ext>
            </a:extLst>
          </p:cNvPr>
          <p:cNvSpPr/>
          <p:nvPr/>
        </p:nvSpPr>
        <p:spPr>
          <a:xfrm>
            <a:off x="10241329" y="6572630"/>
            <a:ext cx="1581022" cy="1548137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13"/>
          </a:p>
        </p:txBody>
      </p:sp>
      <p:pic>
        <p:nvPicPr>
          <p:cNvPr id="3" name="Picture 2" descr="A person with his hand up&#10;&#10;AI-generated content may be incorrect.">
            <a:extLst>
              <a:ext uri="{FF2B5EF4-FFF2-40B4-BE49-F238E27FC236}">
                <a16:creationId xmlns:a16="http://schemas.microsoft.com/office/drawing/2014/main" id="{3D8BDC8E-0C33-11D7-80BC-AED22DAE9D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6511" y="882862"/>
            <a:ext cx="2503160" cy="2370384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EEE5C1B-416F-4192-0E66-C573477DF9AE}"/>
              </a:ext>
            </a:extLst>
          </p:cNvPr>
          <p:cNvSpPr/>
          <p:nvPr/>
        </p:nvSpPr>
        <p:spPr>
          <a:xfrm>
            <a:off x="5232948" y="1322310"/>
            <a:ext cx="2045164" cy="1512084"/>
          </a:xfrm>
          <a:prstGeom prst="roundRect">
            <a:avLst/>
          </a:prstGeom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913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739FF83-BD69-CAEA-F38C-38CDAAD5FB21}"/>
              </a:ext>
            </a:extLst>
          </p:cNvPr>
          <p:cNvCxnSpPr>
            <a:cxnSpLocks/>
          </p:cNvCxnSpPr>
          <p:nvPr/>
        </p:nvCxnSpPr>
        <p:spPr>
          <a:xfrm flipH="1" flipV="1">
            <a:off x="4101705" y="882862"/>
            <a:ext cx="1183209" cy="55065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9BE0D90-7FE4-AA7D-5982-4A0C7B48588C}"/>
              </a:ext>
            </a:extLst>
          </p:cNvPr>
          <p:cNvCxnSpPr>
            <a:cxnSpLocks/>
          </p:cNvCxnSpPr>
          <p:nvPr/>
        </p:nvCxnSpPr>
        <p:spPr>
          <a:xfrm flipH="1">
            <a:off x="4109671" y="2723183"/>
            <a:ext cx="1175243" cy="51208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E8975661-1094-BEE8-3373-7710B52A9492}"/>
              </a:ext>
            </a:extLst>
          </p:cNvPr>
          <p:cNvSpPr/>
          <p:nvPr/>
        </p:nvSpPr>
        <p:spPr>
          <a:xfrm>
            <a:off x="7278112" y="1811749"/>
            <a:ext cx="2106776" cy="533209"/>
          </a:xfrm>
          <a:prstGeom prst="rightArrow">
            <a:avLst>
              <a:gd name="adj1" fmla="val 50000"/>
              <a:gd name="adj2" fmla="val 80597"/>
            </a:avLst>
          </a:prstGeom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913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2D2AC4-F372-9AF7-DD17-2C65C4A1A3FF}"/>
              </a:ext>
            </a:extLst>
          </p:cNvPr>
          <p:cNvSpPr txBox="1"/>
          <p:nvPr/>
        </p:nvSpPr>
        <p:spPr>
          <a:xfrm>
            <a:off x="7772050" y="2153186"/>
            <a:ext cx="778739" cy="3867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13" dirty="0" err="1"/>
              <a:t>x,y,p,t</a:t>
            </a:r>
            <a:endParaRPr lang="en-US" sz="1913" dirty="0"/>
          </a:p>
        </p:txBody>
      </p:sp>
      <p:pic>
        <p:nvPicPr>
          <p:cNvPr id="18" name="Picture 17" descr="A drawing of a person's hand&#10;&#10;AI-generated content may be incorrect.">
            <a:extLst>
              <a:ext uri="{FF2B5EF4-FFF2-40B4-BE49-F238E27FC236}">
                <a16:creationId xmlns:a16="http://schemas.microsoft.com/office/drawing/2014/main" id="{D206EC4D-16C8-6820-00C2-86CA41B26D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4888" y="1100079"/>
            <a:ext cx="2051940" cy="19431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BB915D6-8E31-0C9E-380F-4F02042311B3}"/>
              </a:ext>
            </a:extLst>
          </p:cNvPr>
          <p:cNvSpPr txBox="1"/>
          <p:nvPr/>
        </p:nvSpPr>
        <p:spPr>
          <a:xfrm>
            <a:off x="1477203" y="336906"/>
            <a:ext cx="461986" cy="4847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50" b="1" dirty="0"/>
              <a:t>a)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A05834-C90E-2AFC-ED05-DBFB11FEAB49}"/>
              </a:ext>
            </a:extLst>
          </p:cNvPr>
          <p:cNvSpPr txBox="1"/>
          <p:nvPr/>
        </p:nvSpPr>
        <p:spPr>
          <a:xfrm>
            <a:off x="5625676" y="938500"/>
            <a:ext cx="1652434" cy="386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913" dirty="0"/>
              <a:t>DVS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115BB97-7450-0FCB-C7BE-C3A97742F315}"/>
              </a:ext>
            </a:extLst>
          </p:cNvPr>
          <p:cNvSpPr txBox="1"/>
          <p:nvPr/>
        </p:nvSpPr>
        <p:spPr>
          <a:xfrm>
            <a:off x="9155341" y="646043"/>
            <a:ext cx="473206" cy="4847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50" b="1" dirty="0"/>
              <a:t>b)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4BEB7F5-4D71-852D-B69E-7835C6D56677}"/>
              </a:ext>
            </a:extLst>
          </p:cNvPr>
          <p:cNvSpPr txBox="1"/>
          <p:nvPr/>
        </p:nvSpPr>
        <p:spPr>
          <a:xfrm>
            <a:off x="4925284" y="3085243"/>
            <a:ext cx="4154170" cy="386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913" dirty="0"/>
              <a:t>Silicon Retina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DC0B087-621E-D61E-4344-985B9CD97854}"/>
              </a:ext>
            </a:extLst>
          </p:cNvPr>
          <p:cNvSpPr/>
          <p:nvPr/>
        </p:nvSpPr>
        <p:spPr>
          <a:xfrm>
            <a:off x="5232948" y="3420132"/>
            <a:ext cx="3842381" cy="2829455"/>
          </a:xfrm>
          <a:prstGeom prst="roundRect">
            <a:avLst/>
          </a:prstGeom>
          <a:solidFill>
            <a:srgbClr val="92D050">
              <a:alpha val="45098"/>
            </a:srgbClr>
          </a:solidFill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913" dirty="0"/>
          </a:p>
        </p:txBody>
      </p:sp>
      <p:pic>
        <p:nvPicPr>
          <p:cNvPr id="28" name="Picture 27" descr="A person with their hands on their face&#10;&#10;AI-generated content may be incorrect.">
            <a:extLst>
              <a:ext uri="{FF2B5EF4-FFF2-40B4-BE49-F238E27FC236}">
                <a16:creationId xmlns:a16="http://schemas.microsoft.com/office/drawing/2014/main" id="{6AAB71AC-BE30-0D9B-A31E-2C980A184F9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9132" y="4273085"/>
            <a:ext cx="1129031" cy="1069143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2FB4B55-3C51-7A39-8491-523A4B23F248}"/>
                  </a:ext>
                </a:extLst>
              </p:cNvPr>
              <p:cNvSpPr txBox="1"/>
              <p:nvPr/>
            </p:nvSpPr>
            <p:spPr>
              <a:xfrm>
                <a:off x="5599709" y="3880349"/>
                <a:ext cx="666208" cy="3867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913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13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1913" i="1">
                              <a:latin typeface="Cambria Math" panose="02040503050406030204" pitchFamily="18" charset="0"/>
                            </a:rPr>
                            <m:t>𝑂𝑃𝐿</m:t>
                          </m:r>
                        </m:sub>
                      </m:sSub>
                    </m:oMath>
                  </m:oMathPara>
                </a14:m>
                <a:endParaRPr lang="en-US" sz="1913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2FB4B55-3C51-7A39-8491-523A4B23F2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9709" y="3880349"/>
                <a:ext cx="666208" cy="38670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1" name="Picture 30" descr="A person taking a selfie&#10;&#10;AI-generated content may be incorrect.">
            <a:extLst>
              <a:ext uri="{FF2B5EF4-FFF2-40B4-BE49-F238E27FC236}">
                <a16:creationId xmlns:a16="http://schemas.microsoft.com/office/drawing/2014/main" id="{37D58391-A8F4-134C-BEDB-A91924E5065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8821" y="4276624"/>
            <a:ext cx="1129032" cy="106914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3EEB650-6110-9C87-ADD8-2E0C11925C10}"/>
                  </a:ext>
                </a:extLst>
              </p:cNvPr>
              <p:cNvSpPr txBox="1"/>
              <p:nvPr/>
            </p:nvSpPr>
            <p:spPr>
              <a:xfrm>
                <a:off x="6722949" y="3846824"/>
                <a:ext cx="677750" cy="3867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913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13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913" i="1">
                              <a:latin typeface="Cambria Math" panose="02040503050406030204" pitchFamily="18" charset="0"/>
                            </a:rPr>
                            <m:t>𝐵𝐼𝑃</m:t>
                          </m:r>
                        </m:sub>
                      </m:sSub>
                    </m:oMath>
                  </m:oMathPara>
                </a14:m>
                <a:endParaRPr lang="en-US" sz="1913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3EEB650-6110-9C87-ADD8-2E0C11925C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2949" y="3846824"/>
                <a:ext cx="677750" cy="3867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5" name="Picture 34" descr="A person with glasses and a hand gesture&#10;&#10;AI-generated content may be incorrect.">
            <a:extLst>
              <a:ext uri="{FF2B5EF4-FFF2-40B4-BE49-F238E27FC236}">
                <a16:creationId xmlns:a16="http://schemas.microsoft.com/office/drawing/2014/main" id="{53ABFF83-26BF-8DF4-2599-C7D38E3F593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4155" y="3681757"/>
            <a:ext cx="1011647" cy="957985"/>
          </a:xfrm>
          <a:prstGeom prst="rect">
            <a:avLst/>
          </a:prstGeom>
        </p:spPr>
      </p:pic>
      <p:pic>
        <p:nvPicPr>
          <p:cNvPr id="37" name="Picture 36" descr="A person in glasses and a mask&#10;&#10;AI-generated content may be incorrect.">
            <a:extLst>
              <a:ext uri="{FF2B5EF4-FFF2-40B4-BE49-F238E27FC236}">
                <a16:creationId xmlns:a16="http://schemas.microsoft.com/office/drawing/2014/main" id="{2885F482-DCF9-57D1-4492-FF8B4146125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3574" y="5059469"/>
            <a:ext cx="1011647" cy="957986"/>
          </a:xfrm>
          <a:prstGeom prst="rect">
            <a:avLst/>
          </a:prstGeom>
        </p:spPr>
      </p:pic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BC0CE7A-DA96-0483-A703-E752AC7F580C}"/>
              </a:ext>
            </a:extLst>
          </p:cNvPr>
          <p:cNvCxnSpPr>
            <a:cxnSpLocks/>
            <a:stCxn id="28" idx="3"/>
            <a:endCxn id="31" idx="1"/>
          </p:cNvCxnSpPr>
          <p:nvPr/>
        </p:nvCxnSpPr>
        <p:spPr>
          <a:xfrm>
            <a:off x="6468159" y="4807655"/>
            <a:ext cx="140662" cy="35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088676AD-66A0-82B1-EDB5-D66E36E7F9AE}"/>
              </a:ext>
            </a:extLst>
          </p:cNvPr>
          <p:cNvCxnSpPr>
            <a:cxnSpLocks/>
            <a:stCxn id="31" idx="3"/>
            <a:endCxn id="35" idx="1"/>
          </p:cNvCxnSpPr>
          <p:nvPr/>
        </p:nvCxnSpPr>
        <p:spPr>
          <a:xfrm flipV="1">
            <a:off x="7737855" y="4160750"/>
            <a:ext cx="206300" cy="65044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AA581697-93A6-B17C-5E2D-390FE31CAF3E}"/>
              </a:ext>
            </a:extLst>
          </p:cNvPr>
          <p:cNvCxnSpPr>
            <a:cxnSpLocks/>
            <a:stCxn id="31" idx="3"/>
            <a:endCxn id="37" idx="1"/>
          </p:cNvCxnSpPr>
          <p:nvPr/>
        </p:nvCxnSpPr>
        <p:spPr>
          <a:xfrm>
            <a:off x="7737855" y="4811199"/>
            <a:ext cx="205719" cy="72726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C9E2BB9-8397-836C-2DC6-13CEBB7621C1}"/>
                  </a:ext>
                </a:extLst>
              </p:cNvPr>
              <p:cNvSpPr txBox="1"/>
              <p:nvPr/>
            </p:nvSpPr>
            <p:spPr>
              <a:xfrm>
                <a:off x="8106150" y="3394338"/>
                <a:ext cx="547073" cy="321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88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88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488" i="1">
                              <a:latin typeface="Cambria Math" panose="02040503050406030204" pitchFamily="18" charset="0"/>
                            </a:rPr>
                            <m:t>𝐿𝐼𝐹</m:t>
                          </m:r>
                        </m:sub>
                        <m:sup>
                          <m:r>
                            <a:rPr lang="en-US" sz="1488" i="1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bSup>
                    </m:oMath>
                  </m:oMathPara>
                </a14:m>
                <a:endParaRPr lang="en-US" sz="1488" dirty="0"/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C9E2BB9-8397-836C-2DC6-13CEBB7621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6150" y="3394338"/>
                <a:ext cx="547073" cy="32130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563100A-68F1-0B3C-3619-D49AA18AF2FD}"/>
                  </a:ext>
                </a:extLst>
              </p:cNvPr>
              <p:cNvSpPr txBox="1"/>
              <p:nvPr/>
            </p:nvSpPr>
            <p:spPr>
              <a:xfrm>
                <a:off x="8126212" y="4746720"/>
                <a:ext cx="547073" cy="321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88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88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488" i="1">
                              <a:latin typeface="Cambria Math" panose="02040503050406030204" pitchFamily="18" charset="0"/>
                            </a:rPr>
                            <m:t>𝐿𝐼𝐹</m:t>
                          </m:r>
                        </m:sub>
                        <m:sup>
                          <m:r>
                            <a:rPr lang="en-US" sz="1488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bSup>
                    </m:oMath>
                  </m:oMathPara>
                </a14:m>
                <a:endParaRPr lang="en-US" sz="1488" dirty="0"/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563100A-68F1-0B3C-3619-D49AA18AF2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6212" y="4746720"/>
                <a:ext cx="547073" cy="32130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9" name="Picture 48" descr="A blue and red paint on a white background&#10;&#10;AI-generated content may be incorrect.">
            <a:extLst>
              <a:ext uri="{FF2B5EF4-FFF2-40B4-BE49-F238E27FC236}">
                <a16:creationId xmlns:a16="http://schemas.microsoft.com/office/drawing/2014/main" id="{89552217-6641-2788-4A4F-D197BCA25ED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4888" y="3834163"/>
            <a:ext cx="2051940" cy="19431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9" name="Arrow: Right 58">
            <a:extLst>
              <a:ext uri="{FF2B5EF4-FFF2-40B4-BE49-F238E27FC236}">
                <a16:creationId xmlns:a16="http://schemas.microsoft.com/office/drawing/2014/main" id="{6DB74670-AA57-3454-849C-E7C461F99910}"/>
              </a:ext>
            </a:extLst>
          </p:cNvPr>
          <p:cNvSpPr/>
          <p:nvPr/>
        </p:nvSpPr>
        <p:spPr>
          <a:xfrm>
            <a:off x="9074386" y="4732082"/>
            <a:ext cx="295259" cy="195018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13" dirty="0"/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4D64A656-7DDA-8DAC-11E9-BE2B4BE2C251}"/>
              </a:ext>
            </a:extLst>
          </p:cNvPr>
          <p:cNvSpPr/>
          <p:nvPr/>
        </p:nvSpPr>
        <p:spPr>
          <a:xfrm>
            <a:off x="12213538" y="1433517"/>
            <a:ext cx="1672270" cy="1289668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US" sz="1913" b="1" dirty="0"/>
              <a:t>Neural Network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ED5A35CB-EDA2-1852-41D8-2EC439A374E6}"/>
              </a:ext>
            </a:extLst>
          </p:cNvPr>
          <p:cNvSpPr/>
          <p:nvPr/>
        </p:nvSpPr>
        <p:spPr>
          <a:xfrm>
            <a:off x="12222134" y="4157702"/>
            <a:ext cx="1672270" cy="1289668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US" sz="1913" b="1" dirty="0"/>
              <a:t>Neural Network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77496ADC-50D6-7B22-3A10-39DA6A4EB81B}"/>
              </a:ext>
            </a:extLst>
          </p:cNvPr>
          <p:cNvSpPr/>
          <p:nvPr/>
        </p:nvSpPr>
        <p:spPr>
          <a:xfrm>
            <a:off x="12213537" y="3134560"/>
            <a:ext cx="1672270" cy="662029"/>
          </a:xfrm>
          <a:prstGeom prst="round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en-US" sz="1913" b="1" dirty="0"/>
              <a:t>Compare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625435EC-330B-9246-724E-DAF84C8CCFFD}"/>
              </a:ext>
            </a:extLst>
          </p:cNvPr>
          <p:cNvCxnSpPr>
            <a:stCxn id="18" idx="3"/>
            <a:endCxn id="64" idx="1"/>
          </p:cNvCxnSpPr>
          <p:nvPr/>
        </p:nvCxnSpPr>
        <p:spPr>
          <a:xfrm>
            <a:off x="11436830" y="2071631"/>
            <a:ext cx="776708" cy="672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48842E51-FE1E-AC0C-8FD1-0FBCE7B26C3D}"/>
              </a:ext>
            </a:extLst>
          </p:cNvPr>
          <p:cNvCxnSpPr>
            <a:cxnSpLocks/>
            <a:stCxn id="64" idx="2"/>
            <a:endCxn id="66" idx="0"/>
          </p:cNvCxnSpPr>
          <p:nvPr/>
        </p:nvCxnSpPr>
        <p:spPr>
          <a:xfrm flipH="1">
            <a:off x="13049674" y="2723185"/>
            <a:ext cx="1" cy="41137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F7FE4739-19E9-152C-2C9F-BE73948C1100}"/>
              </a:ext>
            </a:extLst>
          </p:cNvPr>
          <p:cNvCxnSpPr>
            <a:cxnSpLocks/>
            <a:stCxn id="65" idx="0"/>
            <a:endCxn id="66" idx="2"/>
          </p:cNvCxnSpPr>
          <p:nvPr/>
        </p:nvCxnSpPr>
        <p:spPr>
          <a:xfrm flipH="1" flipV="1">
            <a:off x="13049671" y="3796591"/>
            <a:ext cx="8598" cy="36111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1E53D0D1-22F1-DFBE-343B-7F92AF744614}"/>
              </a:ext>
            </a:extLst>
          </p:cNvPr>
          <p:cNvCxnSpPr>
            <a:cxnSpLocks/>
            <a:stCxn id="49" idx="3"/>
            <a:endCxn id="65" idx="1"/>
          </p:cNvCxnSpPr>
          <p:nvPr/>
        </p:nvCxnSpPr>
        <p:spPr>
          <a:xfrm flipV="1">
            <a:off x="11436829" y="4802536"/>
            <a:ext cx="785304" cy="317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2CBACFA1-7025-C669-7395-B02225FEF8D1}"/>
              </a:ext>
            </a:extLst>
          </p:cNvPr>
          <p:cNvSpPr txBox="1"/>
          <p:nvPr/>
        </p:nvSpPr>
        <p:spPr>
          <a:xfrm>
            <a:off x="11777590" y="1366050"/>
            <a:ext cx="461986" cy="4847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50" b="1" dirty="0"/>
              <a:t>e)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441295B-7305-507A-0C5C-CB82A2323150}"/>
              </a:ext>
            </a:extLst>
          </p:cNvPr>
          <p:cNvSpPr txBox="1"/>
          <p:nvPr/>
        </p:nvSpPr>
        <p:spPr>
          <a:xfrm>
            <a:off x="11782746" y="4074181"/>
            <a:ext cx="461986" cy="4847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50" b="1" dirty="0"/>
              <a:t>e)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9473A55-9467-2A2F-396A-7C794C4AC061}"/>
              </a:ext>
            </a:extLst>
          </p:cNvPr>
          <p:cNvSpPr txBox="1"/>
          <p:nvPr/>
        </p:nvSpPr>
        <p:spPr>
          <a:xfrm>
            <a:off x="11820492" y="3206511"/>
            <a:ext cx="396391" cy="4847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50" b="1" dirty="0"/>
              <a:t>f)</a:t>
            </a:r>
          </a:p>
        </p:txBody>
      </p:sp>
      <p:pic>
        <p:nvPicPr>
          <p:cNvPr id="90" name="Picture 89">
            <a:extLst>
              <a:ext uri="{FF2B5EF4-FFF2-40B4-BE49-F238E27FC236}">
                <a16:creationId xmlns:a16="http://schemas.microsoft.com/office/drawing/2014/main" id="{99C07E5A-1B65-4CC6-3B96-47A7FBC513FE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6200000">
            <a:off x="8974533" y="6894551"/>
            <a:ext cx="879856" cy="909464"/>
          </a:xfrm>
          <a:prstGeom prst="rect">
            <a:avLst/>
          </a:prstGeom>
          <a:effectLst>
            <a:softEdge rad="635000"/>
          </a:effectLst>
          <a:scene3d>
            <a:camera prst="perspectiveRelaxed" fov="3900000">
              <a:rot lat="19787143" lon="18897834" rev="3569538"/>
            </a:camera>
            <a:lightRig rig="flood" dir="t"/>
          </a:scene3d>
          <a:sp3d z="107950" extrusionH="133350" prstMaterial="matte">
            <a:bevelT w="19050" h="38100"/>
            <a:bevelB w="0" h="0"/>
            <a:extrusionClr>
              <a:schemeClr val="tx1">
                <a:lumMod val="85000"/>
                <a:lumOff val="15000"/>
              </a:schemeClr>
            </a:extrusionClr>
          </a:sp3d>
        </p:spPr>
      </p:pic>
      <p:pic>
        <p:nvPicPr>
          <p:cNvPr id="97" name="Picture 96" descr="A person with his hand up&#10;&#10;AI-generated content may be incorrect.">
            <a:extLst>
              <a:ext uri="{FF2B5EF4-FFF2-40B4-BE49-F238E27FC236}">
                <a16:creationId xmlns:a16="http://schemas.microsoft.com/office/drawing/2014/main" id="{0C213584-6A71-E5D8-7831-E6D6F44100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385" y="3653018"/>
            <a:ext cx="2503160" cy="2370384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0500F0F9-F1FD-E226-ED9E-6542B3E0E49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8493070" y="7121999"/>
            <a:ext cx="801211" cy="440782"/>
          </a:xfrm>
          <a:prstGeom prst="rect">
            <a:avLst/>
          </a:prstGeom>
        </p:spPr>
      </p:pic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921EF860-691C-BDA5-EA77-6D6BA86EF6CF}"/>
              </a:ext>
            </a:extLst>
          </p:cNvPr>
          <p:cNvCxnSpPr>
            <a:cxnSpLocks/>
          </p:cNvCxnSpPr>
          <p:nvPr/>
        </p:nvCxnSpPr>
        <p:spPr>
          <a:xfrm flipH="1" flipV="1">
            <a:off x="4110544" y="3653021"/>
            <a:ext cx="1143247" cy="55921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DABF1F3A-26A6-B68E-02E6-F698C8E5EFEE}"/>
              </a:ext>
            </a:extLst>
          </p:cNvPr>
          <p:cNvCxnSpPr>
            <a:cxnSpLocks/>
          </p:cNvCxnSpPr>
          <p:nvPr/>
        </p:nvCxnSpPr>
        <p:spPr>
          <a:xfrm flipH="1">
            <a:off x="4093738" y="5447370"/>
            <a:ext cx="1135085" cy="56598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6" name="Object 10">
            <a:extLst>
              <a:ext uri="{FF2B5EF4-FFF2-40B4-BE49-F238E27FC236}">
                <a16:creationId xmlns:a16="http://schemas.microsoft.com/office/drawing/2014/main" id="{2EED7886-C6E9-22A8-9AFB-23089CB0D4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14697" y="6607591"/>
          <a:ext cx="1642221" cy="148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18" imgW="2173680" imgH="1965240" progId="Word.Picture.8">
                  <p:embed/>
                </p:oleObj>
              </mc:Choice>
              <mc:Fallback>
                <p:oleObj name="Picture" r:id="rId18" imgW="2173680" imgH="1965240" progId="Word.Picture.8">
                  <p:embed/>
                  <p:pic>
                    <p:nvPicPr>
                      <p:cNvPr id="126" name="Object 10">
                        <a:extLst>
                          <a:ext uri="{FF2B5EF4-FFF2-40B4-BE49-F238E27FC236}">
                            <a16:creationId xmlns:a16="http://schemas.microsoft.com/office/drawing/2014/main" id="{B53B7F2A-E48E-83EF-65A1-FA4D81BBEF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14697" y="6607591"/>
                        <a:ext cx="1642221" cy="1482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E0ED5D34-C56B-5639-9F2F-E7CEC5520E41}"/>
              </a:ext>
            </a:extLst>
          </p:cNvPr>
          <p:cNvCxnSpPr>
            <a:cxnSpLocks/>
          </p:cNvCxnSpPr>
          <p:nvPr/>
        </p:nvCxnSpPr>
        <p:spPr>
          <a:xfrm flipH="1">
            <a:off x="11493962" y="6607591"/>
            <a:ext cx="694970" cy="5460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75127044-B733-B284-FD41-3AF6A7A5E9ED}"/>
              </a:ext>
            </a:extLst>
          </p:cNvPr>
          <p:cNvCxnSpPr>
            <a:cxnSpLocks/>
          </p:cNvCxnSpPr>
          <p:nvPr/>
        </p:nvCxnSpPr>
        <p:spPr>
          <a:xfrm>
            <a:off x="11493962" y="7283830"/>
            <a:ext cx="694970" cy="78970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739DF0F-0347-DA0A-50B2-D60BC35F9427}"/>
              </a:ext>
            </a:extLst>
          </p:cNvPr>
          <p:cNvSpPr txBox="1"/>
          <p:nvPr/>
        </p:nvSpPr>
        <p:spPr>
          <a:xfrm>
            <a:off x="9155341" y="3392437"/>
            <a:ext cx="473206" cy="4847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50" b="1" dirty="0"/>
              <a:t>d)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F2F859C-AAF3-C0B9-F751-ABC5B5FCEAF4}"/>
              </a:ext>
            </a:extLst>
          </p:cNvPr>
          <p:cNvCxnSpPr>
            <a:cxnSpLocks/>
          </p:cNvCxnSpPr>
          <p:nvPr/>
        </p:nvCxnSpPr>
        <p:spPr>
          <a:xfrm flipV="1">
            <a:off x="9567001" y="6994905"/>
            <a:ext cx="655590" cy="3429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Arrow: Right 47">
            <a:extLst>
              <a:ext uri="{FF2B5EF4-FFF2-40B4-BE49-F238E27FC236}">
                <a16:creationId xmlns:a16="http://schemas.microsoft.com/office/drawing/2014/main" id="{872CA829-B195-51BC-C10A-775703F35B0B}"/>
              </a:ext>
            </a:extLst>
          </p:cNvPr>
          <p:cNvSpPr/>
          <p:nvPr/>
        </p:nvSpPr>
        <p:spPr>
          <a:xfrm>
            <a:off x="6862233" y="7113234"/>
            <a:ext cx="1841918" cy="385233"/>
          </a:xfrm>
          <a:prstGeom prst="rightArrow">
            <a:avLst/>
          </a:prstGeom>
          <a:solidFill>
            <a:srgbClr val="B5D197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900D1FA-5BF9-AEF1-1C4B-9A36A8422449}"/>
              </a:ext>
            </a:extLst>
          </p:cNvPr>
          <p:cNvSpPr/>
          <p:nvPr/>
        </p:nvSpPr>
        <p:spPr>
          <a:xfrm rot="16200000">
            <a:off x="6475072" y="6635801"/>
            <a:ext cx="962426" cy="186821"/>
          </a:xfrm>
          <a:prstGeom prst="rect">
            <a:avLst/>
          </a:prstGeom>
          <a:solidFill>
            <a:srgbClr val="B5D197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E6804F5-6918-07DC-58E8-2260B51521D7}"/>
              </a:ext>
            </a:extLst>
          </p:cNvPr>
          <p:cNvSpPr/>
          <p:nvPr/>
        </p:nvSpPr>
        <p:spPr>
          <a:xfrm>
            <a:off x="6874931" y="6983942"/>
            <a:ext cx="164592" cy="302005"/>
          </a:xfrm>
          <a:prstGeom prst="rect">
            <a:avLst/>
          </a:prstGeom>
          <a:solidFill>
            <a:srgbClr val="B5D1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8430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8F1CB-18AE-9CEF-620D-3BE25C728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5ECE4158-57EE-6A48-01B8-56F9E8C418F7}"/>
              </a:ext>
            </a:extLst>
          </p:cNvPr>
          <p:cNvSpPr/>
          <p:nvPr/>
        </p:nvSpPr>
        <p:spPr>
          <a:xfrm>
            <a:off x="11833880" y="1899459"/>
            <a:ext cx="2579017" cy="2194447"/>
          </a:xfrm>
          <a:prstGeom prst="roundRect">
            <a:avLst>
              <a:gd name="adj" fmla="val 13873"/>
            </a:avLst>
          </a:prstGeom>
          <a:solidFill>
            <a:srgbClr val="DA7E25">
              <a:alpha val="20000"/>
            </a:srgbClr>
          </a:solidFill>
          <a:ln w="28575">
            <a:solidFill>
              <a:srgbClr val="DA7E25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13"/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4B01F3D8-A034-9E8C-AA9D-ED7F1C48D296}"/>
              </a:ext>
            </a:extLst>
          </p:cNvPr>
          <p:cNvSpPr/>
          <p:nvPr/>
        </p:nvSpPr>
        <p:spPr>
          <a:xfrm>
            <a:off x="6438476" y="1897431"/>
            <a:ext cx="5300410" cy="3317457"/>
          </a:xfrm>
          <a:prstGeom prst="roundRect">
            <a:avLst>
              <a:gd name="adj" fmla="val 7007"/>
            </a:avLst>
          </a:prstGeom>
          <a:solidFill>
            <a:srgbClr val="25DA7E">
              <a:alpha val="20000"/>
            </a:srgbClr>
          </a:solidFill>
          <a:ln w="28575">
            <a:solidFill>
              <a:srgbClr val="25DA7E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13"/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B2FDC369-16B0-F403-E46C-DAEF9310B8A2}"/>
              </a:ext>
            </a:extLst>
          </p:cNvPr>
          <p:cNvSpPr/>
          <p:nvPr/>
        </p:nvSpPr>
        <p:spPr>
          <a:xfrm>
            <a:off x="1103917" y="1878344"/>
            <a:ext cx="5271001" cy="2693656"/>
          </a:xfrm>
          <a:prstGeom prst="roundRect">
            <a:avLst>
              <a:gd name="adj" fmla="val 21009"/>
            </a:avLst>
          </a:prstGeom>
          <a:solidFill>
            <a:srgbClr val="7E25DA">
              <a:alpha val="25098"/>
            </a:srgbClr>
          </a:solidFill>
          <a:ln w="28575">
            <a:solidFill>
              <a:srgbClr val="7E25DA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13"/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51C78A61-262D-6F5F-26A1-72E890C75D19}"/>
              </a:ext>
            </a:extLst>
          </p:cNvPr>
          <p:cNvSpPr/>
          <p:nvPr/>
        </p:nvSpPr>
        <p:spPr>
          <a:xfrm>
            <a:off x="3542481" y="3207268"/>
            <a:ext cx="2609700" cy="1021003"/>
          </a:xfrm>
          <a:prstGeom prst="roundRect">
            <a:avLst/>
          </a:prstGeom>
          <a:solidFill>
            <a:srgbClr val="D925DA">
              <a:alpha val="20000"/>
            </a:srgbClr>
          </a:solidFill>
          <a:ln>
            <a:solidFill>
              <a:srgbClr val="D925DA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913" dirty="0"/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49D21808-494D-1026-0107-656E401B2C36}"/>
              </a:ext>
            </a:extLst>
          </p:cNvPr>
          <p:cNvSpPr/>
          <p:nvPr/>
        </p:nvSpPr>
        <p:spPr>
          <a:xfrm>
            <a:off x="1176575" y="2195231"/>
            <a:ext cx="3395987" cy="927798"/>
          </a:xfrm>
          <a:prstGeom prst="roundRect">
            <a:avLst/>
          </a:prstGeom>
          <a:solidFill>
            <a:srgbClr val="2526DA">
              <a:alpha val="20000"/>
            </a:srgbClr>
          </a:solidFill>
          <a:ln>
            <a:solidFill>
              <a:srgbClr val="0070C0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913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4FDE270-8553-7EE7-6463-3378C54399B5}"/>
              </a:ext>
            </a:extLst>
          </p:cNvPr>
          <p:cNvSpPr/>
          <p:nvPr/>
        </p:nvSpPr>
        <p:spPr>
          <a:xfrm>
            <a:off x="123252" y="2364825"/>
            <a:ext cx="936348" cy="59560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88" dirty="0"/>
              <a:t>Image</a:t>
            </a:r>
          </a:p>
          <a:p>
            <a:pPr algn="ctr"/>
            <a:r>
              <a:rPr lang="en-US" sz="1488" dirty="0"/>
              <a:t>Capture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584C7925-814E-8858-C7DB-B9DB0630E35D}"/>
                  </a:ext>
                </a:extLst>
              </p:cNvPr>
              <p:cNvSpPr/>
              <p:nvPr/>
            </p:nvSpPr>
            <p:spPr>
              <a:xfrm>
                <a:off x="1320087" y="2364825"/>
                <a:ext cx="936348" cy="595604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88" dirty="0"/>
                  <a:t>Spatial</a:t>
                </a:r>
              </a:p>
              <a:p>
                <a:pPr algn="ctr"/>
                <a:r>
                  <a:rPr lang="en-US" sz="1488" dirty="0"/>
                  <a:t>filter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88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88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1488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endParaRPr lang="en-US" sz="1488" i="1" dirty="0"/>
              </a:p>
            </p:txBody>
          </p:sp>
        </mc:Choice>
        <mc:Fallback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584C7925-814E-8858-C7DB-B9DB0630E3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0087" y="2364825"/>
                <a:ext cx="936348" cy="595604"/>
              </a:xfrm>
              <a:prstGeom prst="roundRect">
                <a:avLst/>
              </a:prstGeom>
              <a:blipFill>
                <a:blip r:embed="rId3"/>
                <a:stretch>
                  <a:fillRect b="-59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A73DB7F2-3F38-375A-56B5-712A0FF4897E}"/>
                  </a:ext>
                </a:extLst>
              </p:cNvPr>
              <p:cNvSpPr/>
              <p:nvPr/>
            </p:nvSpPr>
            <p:spPr>
              <a:xfrm>
                <a:off x="2516923" y="2364825"/>
                <a:ext cx="854681" cy="595604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88" dirty="0"/>
                  <a:t>L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88">
                        <a:latin typeface="Cambria Math" panose="02040503050406030204" pitchFamily="18" charset="0"/>
                      </a:rPr>
                      <m:t>PF</m:t>
                    </m:r>
                    <m:r>
                      <a:rPr lang="en-US" sz="1488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488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88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1488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endParaRPr lang="en-US" sz="1488" i="1" dirty="0"/>
              </a:p>
            </p:txBody>
          </p:sp>
        </mc:Choice>
        <mc:Fallback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A73DB7F2-3F38-375A-56B5-712A0FF489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6923" y="2364825"/>
                <a:ext cx="854681" cy="595604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22823C3C-D488-1D0B-32D9-48D220BD16FE}"/>
                  </a:ext>
                </a:extLst>
              </p:cNvPr>
              <p:cNvSpPr/>
              <p:nvPr/>
            </p:nvSpPr>
            <p:spPr>
              <a:xfrm>
                <a:off x="3632091" y="2364824"/>
                <a:ext cx="854681" cy="595604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88" dirty="0"/>
                  <a:t>HPF</a:t>
                </a:r>
                <a14:m>
                  <m:oMath xmlns:m="http://schemas.openxmlformats.org/officeDocument/2006/math">
                    <m:r>
                      <a:rPr lang="en-US" sz="1488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488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88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488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endParaRPr lang="en-US" sz="1488" i="1" dirty="0"/>
              </a:p>
            </p:txBody>
          </p:sp>
        </mc:Choice>
        <mc:Fallback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22823C3C-D488-1D0B-32D9-48D220BD16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2091" y="2364824"/>
                <a:ext cx="854681" cy="595604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ACD42475-DAC7-224D-E4CA-CDF54FB19277}"/>
                  </a:ext>
                </a:extLst>
              </p:cNvPr>
              <p:cNvSpPr/>
              <p:nvPr/>
            </p:nvSpPr>
            <p:spPr>
              <a:xfrm>
                <a:off x="3606040" y="3498300"/>
                <a:ext cx="906778" cy="595604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88" dirty="0"/>
                  <a:t>Spatial filter</a:t>
                </a:r>
                <a14:m>
                  <m:oMath xmlns:m="http://schemas.openxmlformats.org/officeDocument/2006/math">
                    <m:r>
                      <a:rPr lang="en-US" sz="1488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488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88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1488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endParaRPr lang="en-US" sz="1488" i="1" dirty="0"/>
              </a:p>
            </p:txBody>
          </p:sp>
        </mc:Choice>
        <mc:Fallback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ACD42475-DAC7-224D-E4CA-CDF54FB192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6040" y="3498300"/>
                <a:ext cx="906778" cy="595604"/>
              </a:xfrm>
              <a:prstGeom prst="roundRect">
                <a:avLst/>
              </a:prstGeom>
              <a:blipFill>
                <a:blip r:embed="rId6"/>
                <a:stretch>
                  <a:fillRect b="-59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8E42869D-87DC-55BA-6881-9670EF5493E2}"/>
                  </a:ext>
                </a:extLst>
              </p:cNvPr>
              <p:cNvSpPr/>
              <p:nvPr/>
            </p:nvSpPr>
            <p:spPr>
              <a:xfrm>
                <a:off x="5168968" y="3498300"/>
                <a:ext cx="906778" cy="595604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88" dirty="0"/>
                  <a:t>L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88">
                        <a:latin typeface="Cambria Math" panose="02040503050406030204" pitchFamily="18" charset="0"/>
                      </a:rPr>
                      <m:t>PF</m:t>
                    </m:r>
                    <m:r>
                      <a:rPr lang="en-US" sz="1488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488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88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1488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endParaRPr lang="en-US" sz="1488" i="1" dirty="0"/>
              </a:p>
            </p:txBody>
          </p:sp>
        </mc:Choice>
        <mc:Fallback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8E42869D-87DC-55BA-6881-9670EF5493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8968" y="3498300"/>
                <a:ext cx="906778" cy="595604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8A46E94E-6875-E200-2670-02EFC13A8A2C}"/>
                  </a:ext>
                </a:extLst>
              </p:cNvPr>
              <p:cNvSpPr/>
              <p:nvPr/>
            </p:nvSpPr>
            <p:spPr>
              <a:xfrm>
                <a:off x="4966386" y="2322584"/>
                <a:ext cx="1298915" cy="680086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75" dirty="0"/>
                  <a:t>Centre-Surround filter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75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1275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27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75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1275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sz="1275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27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75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275" i="1">
                              <a:latin typeface="Cambria Math" panose="02040503050406030204" pitchFamily="18" charset="0"/>
                            </a:rPr>
                            <m:t>𝑂𝑃𝐿</m:t>
                          </m:r>
                        </m:sub>
                      </m:sSub>
                      <m:sSub>
                        <m:sSubPr>
                          <m:ctrlPr>
                            <a:rPr lang="en-US" sz="127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75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1275" i="1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sz="1275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75" dirty="0"/>
              </a:p>
            </p:txBody>
          </p:sp>
        </mc:Choice>
        <mc:Fallback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8A46E94E-6875-E200-2670-02EFC13A8A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6386" y="2322584"/>
                <a:ext cx="1298915" cy="680086"/>
              </a:xfrm>
              <a:prstGeom prst="roundRect">
                <a:avLst/>
              </a:prstGeom>
              <a:blipFill>
                <a:blip r:embed="rId8"/>
                <a:stretch>
                  <a:fillRect b="-8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C70D5E9-2C3B-C27C-0F45-B96F7C762682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4059429" y="2960431"/>
            <a:ext cx="0" cy="5378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69B79B5-B240-58A8-79BF-F956FB7BDBEA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4512820" y="3796102"/>
            <a:ext cx="65615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80903EA-B8EF-811C-47F3-A6E1DCD715F1}"/>
              </a:ext>
            </a:extLst>
          </p:cNvPr>
          <p:cNvCxnSpPr>
            <a:cxnSpLocks/>
            <a:stCxn id="7" idx="0"/>
            <a:endCxn id="8" idx="2"/>
          </p:cNvCxnSpPr>
          <p:nvPr/>
        </p:nvCxnSpPr>
        <p:spPr>
          <a:xfrm flipH="1" flipV="1">
            <a:off x="5615842" y="3002672"/>
            <a:ext cx="6516" cy="49563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1A26665-8258-7A24-1B57-F60FE48DC25C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>
            <a:off x="4486770" y="2662629"/>
            <a:ext cx="479614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7076F252-430E-9AEA-C61A-54AA8AFEEB62}"/>
                  </a:ext>
                </a:extLst>
              </p:cNvPr>
              <p:cNvSpPr/>
              <p:nvPr/>
            </p:nvSpPr>
            <p:spPr>
              <a:xfrm>
                <a:off x="6533470" y="4396352"/>
                <a:ext cx="762574" cy="739936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88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88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488" i="1">
                              <a:latin typeface="Cambria Math" panose="02040503050406030204" pitchFamily="18" charset="0"/>
                            </a:rPr>
                            <m:t>𝐵𝑖𝑝</m:t>
                          </m:r>
                        </m:sub>
                      </m:sSub>
                    </m:oMath>
                  </m:oMathPara>
                </a14:m>
                <a:endParaRPr lang="en-US" sz="1488" dirty="0"/>
              </a:p>
            </p:txBody>
          </p:sp>
        </mc:Choice>
        <mc:Fallback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7076F252-430E-9AEA-C61A-54AA8AFEEB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3470" y="4396352"/>
                <a:ext cx="762574" cy="739936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9E04AA31-9BF8-1819-FA9F-D90B0E588964}"/>
                  </a:ext>
                </a:extLst>
              </p:cNvPr>
              <p:cNvSpPr/>
              <p:nvPr/>
            </p:nvSpPr>
            <p:spPr>
              <a:xfrm>
                <a:off x="6533470" y="3498300"/>
                <a:ext cx="762574" cy="595604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88" i="1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1488" i="1">
                          <a:latin typeface="Cambria Math" panose="02040503050406030204" pitchFamily="18" charset="0"/>
                        </a:rPr>
                        <m:t>(⋅)</m:t>
                      </m:r>
                    </m:oMath>
                  </m:oMathPara>
                </a14:m>
                <a:endParaRPr lang="en-US" sz="1488" i="1" dirty="0"/>
              </a:p>
            </p:txBody>
          </p:sp>
        </mc:Choice>
        <mc:Fallback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9E04AA31-9BF8-1819-FA9F-D90B0E5889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3470" y="3498300"/>
                <a:ext cx="762574" cy="595604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A7FCD67F-EDB7-3E3D-CB4E-21DBFE2F28AC}"/>
                  </a:ext>
                </a:extLst>
              </p:cNvPr>
              <p:cNvSpPr/>
              <p:nvPr/>
            </p:nvSpPr>
            <p:spPr>
              <a:xfrm>
                <a:off x="7554583" y="3498300"/>
                <a:ext cx="854681" cy="595604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88" dirty="0"/>
                  <a:t>L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88">
                        <a:latin typeface="Cambria Math" panose="02040503050406030204" pitchFamily="18" charset="0"/>
                      </a:rPr>
                      <m:t>PF</m:t>
                    </m:r>
                    <m:r>
                      <a:rPr lang="en-US" sz="1488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488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88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1488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endParaRPr lang="en-US" sz="1488" i="1" dirty="0"/>
              </a:p>
            </p:txBody>
          </p:sp>
        </mc:Choice>
        <mc:Fallback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A7FCD67F-EDB7-3E3D-CB4E-21DBFE2F28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4583" y="3498300"/>
                <a:ext cx="854681" cy="595604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03FE36D2-D8AC-5A3E-FA6C-DA5D5975874B}"/>
                  </a:ext>
                </a:extLst>
              </p:cNvPr>
              <p:cNvSpPr/>
              <p:nvPr/>
            </p:nvSpPr>
            <p:spPr>
              <a:xfrm>
                <a:off x="8667800" y="3498300"/>
                <a:ext cx="871954" cy="595604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88" dirty="0"/>
                  <a:t>Spatial</a:t>
                </a:r>
              </a:p>
              <a:p>
                <a:pPr algn="ctr"/>
                <a:r>
                  <a:rPr lang="en-US" sz="1488" dirty="0"/>
                  <a:t>filter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88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88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1488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endParaRPr lang="en-US" sz="1488" i="1" dirty="0"/>
              </a:p>
            </p:txBody>
          </p:sp>
        </mc:Choice>
        <mc:Fallback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03FE36D2-D8AC-5A3E-FA6C-DA5D597587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7800" y="3498300"/>
                <a:ext cx="871954" cy="595604"/>
              </a:xfrm>
              <a:prstGeom prst="roundRect">
                <a:avLst/>
              </a:prstGeom>
              <a:blipFill>
                <a:blip r:embed="rId12"/>
                <a:stretch>
                  <a:fillRect b="-59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A2E05166-AA72-A2D0-6D04-FECA7C6EBAE6}"/>
                  </a:ext>
                </a:extLst>
              </p:cNvPr>
              <p:cNvSpPr/>
              <p:nvPr/>
            </p:nvSpPr>
            <p:spPr>
              <a:xfrm>
                <a:off x="8243530" y="2319487"/>
                <a:ext cx="1965947" cy="680086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75" dirty="0"/>
                  <a:t>Integrate diff. eq.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75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275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75" i="1">
                                  <a:latin typeface="Cambria Math" panose="02040503050406030204" pitchFamily="18" charset="0"/>
                                </a:rPr>
                                <m:t>𝑑𝑉</m:t>
                              </m:r>
                            </m:e>
                            <m:sub>
                              <m:r>
                                <a:rPr lang="en-US" sz="1275" i="1">
                                  <a:latin typeface="Cambria Math" panose="02040503050406030204" pitchFamily="18" charset="0"/>
                                </a:rPr>
                                <m:t>𝐵𝑖𝑝</m:t>
                              </m:r>
                            </m:sub>
                          </m:sSub>
                        </m:num>
                        <m:den>
                          <m:r>
                            <a:rPr lang="en-US" sz="1275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1275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7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75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1275" i="1">
                              <a:latin typeface="Cambria Math" panose="02040503050406030204" pitchFamily="18" charset="0"/>
                            </a:rPr>
                            <m:t>𝑂𝑃𝐿</m:t>
                          </m:r>
                        </m:sub>
                      </m:sSub>
                      <m:r>
                        <a:rPr lang="en-US" sz="1275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27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75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1275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sSub>
                        <m:sSubPr>
                          <m:ctrlPr>
                            <a:rPr lang="en-US" sz="127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75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275" i="1">
                              <a:latin typeface="Cambria Math" panose="02040503050406030204" pitchFamily="18" charset="0"/>
                            </a:rPr>
                            <m:t>𝑏𝑖𝑝</m:t>
                          </m:r>
                        </m:sub>
                      </m:sSub>
                    </m:oMath>
                  </m:oMathPara>
                </a14:m>
                <a:endParaRPr lang="en-US" sz="1275" dirty="0"/>
              </a:p>
            </p:txBody>
          </p:sp>
        </mc:Choice>
        <mc:Fallback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A2E05166-AA72-A2D0-6D04-FECA7C6EBA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3530" y="2319487"/>
                <a:ext cx="1965947" cy="680086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68C250B-CAC8-5680-D7C8-2376B3BB0333}"/>
              </a:ext>
            </a:extLst>
          </p:cNvPr>
          <p:cNvCxnSpPr>
            <a:cxnSpLocks/>
            <a:stCxn id="8" idx="3"/>
            <a:endCxn id="30" idx="1"/>
          </p:cNvCxnSpPr>
          <p:nvPr/>
        </p:nvCxnSpPr>
        <p:spPr>
          <a:xfrm flipV="1">
            <a:off x="6265301" y="2659533"/>
            <a:ext cx="1978229" cy="309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BB37BE4-8FA1-85EC-E124-86DA75B505EF}"/>
              </a:ext>
            </a:extLst>
          </p:cNvPr>
          <p:cNvCxnSpPr>
            <a:cxnSpLocks/>
            <a:stCxn id="27" idx="3"/>
            <a:endCxn id="28" idx="1"/>
          </p:cNvCxnSpPr>
          <p:nvPr/>
        </p:nvCxnSpPr>
        <p:spPr>
          <a:xfrm>
            <a:off x="7296046" y="3796102"/>
            <a:ext cx="25853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45CD4F8-9FE9-9225-3CAB-2462537432BE}"/>
              </a:ext>
            </a:extLst>
          </p:cNvPr>
          <p:cNvCxnSpPr>
            <a:cxnSpLocks/>
            <a:stCxn id="28" idx="3"/>
            <a:endCxn id="29" idx="1"/>
          </p:cNvCxnSpPr>
          <p:nvPr/>
        </p:nvCxnSpPr>
        <p:spPr>
          <a:xfrm>
            <a:off x="8409264" y="3796102"/>
            <a:ext cx="25853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0B65D025-52CB-BFA4-138A-09A931908F11}"/>
              </a:ext>
            </a:extLst>
          </p:cNvPr>
          <p:cNvCxnSpPr>
            <a:cxnSpLocks/>
          </p:cNvCxnSpPr>
          <p:nvPr/>
        </p:nvCxnSpPr>
        <p:spPr>
          <a:xfrm flipV="1">
            <a:off x="7296043" y="3006536"/>
            <a:ext cx="2635408" cy="1613224"/>
          </a:xfrm>
          <a:prstGeom prst="bentConnector3">
            <a:avLst>
              <a:gd name="adj1" fmla="val 100092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C575D8F3-E25B-4753-31DE-5D9E1AC2333B}"/>
              </a:ext>
            </a:extLst>
          </p:cNvPr>
          <p:cNvCxnSpPr>
            <a:cxnSpLocks/>
            <a:stCxn id="26" idx="0"/>
            <a:endCxn id="27" idx="2"/>
          </p:cNvCxnSpPr>
          <p:nvPr/>
        </p:nvCxnSpPr>
        <p:spPr>
          <a:xfrm flipV="1">
            <a:off x="6914757" y="4093905"/>
            <a:ext cx="0" cy="30244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0B18A4BB-8549-1BEA-ACD7-D6C67EBB44C4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10209477" y="2659530"/>
            <a:ext cx="55573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BB42B7D6-B32E-DDBC-CA7B-6EEAEBD47511}"/>
              </a:ext>
            </a:extLst>
          </p:cNvPr>
          <p:cNvCxnSpPr>
            <a:cxnSpLocks/>
            <a:stCxn id="30" idx="3"/>
          </p:cNvCxnSpPr>
          <p:nvPr/>
        </p:nvCxnSpPr>
        <p:spPr>
          <a:xfrm flipH="1">
            <a:off x="7296046" y="2659530"/>
            <a:ext cx="2913431" cy="2178956"/>
          </a:xfrm>
          <a:prstGeom prst="bentConnector3">
            <a:avLst>
              <a:gd name="adj1" fmla="val -8337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0" name="Rectangle: Rounded Corners 79">
                <a:extLst>
                  <a:ext uri="{FF2B5EF4-FFF2-40B4-BE49-F238E27FC236}">
                    <a16:creationId xmlns:a16="http://schemas.microsoft.com/office/drawing/2014/main" id="{FBB24522-9C73-6A14-CA05-24E8CE1A9560}"/>
                  </a:ext>
                </a:extLst>
              </p:cNvPr>
              <p:cNvSpPr/>
              <p:nvPr/>
            </p:nvSpPr>
            <p:spPr>
              <a:xfrm>
                <a:off x="10764311" y="2337962"/>
                <a:ext cx="836756" cy="595604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88" dirty="0"/>
                  <a:t>HPF</a:t>
                </a:r>
                <a14:m>
                  <m:oMath xmlns:m="http://schemas.openxmlformats.org/officeDocument/2006/math">
                    <m:r>
                      <a:rPr lang="en-US" sz="1488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488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88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488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1488" i="1" dirty="0"/>
              </a:p>
            </p:txBody>
          </p:sp>
        </mc:Choice>
        <mc:Fallback>
          <p:sp>
            <p:nvSpPr>
              <p:cNvPr id="80" name="Rectangle: Rounded Corners 79">
                <a:extLst>
                  <a:ext uri="{FF2B5EF4-FFF2-40B4-BE49-F238E27FC236}">
                    <a16:creationId xmlns:a16="http://schemas.microsoft.com/office/drawing/2014/main" id="{FBB24522-9C73-6A14-CA05-24E8CE1A95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4311" y="2337962"/>
                <a:ext cx="836756" cy="595604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1" name="Rectangle: Rounded Corners 80">
                <a:extLst>
                  <a:ext uri="{FF2B5EF4-FFF2-40B4-BE49-F238E27FC236}">
                    <a16:creationId xmlns:a16="http://schemas.microsoft.com/office/drawing/2014/main" id="{C711C5B4-F995-B179-C5D5-8938CC6187E9}"/>
                  </a:ext>
                </a:extLst>
              </p:cNvPr>
              <p:cNvSpPr/>
              <p:nvPr/>
            </p:nvSpPr>
            <p:spPr>
              <a:xfrm>
                <a:off x="11994893" y="2332876"/>
                <a:ext cx="601563" cy="595604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88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1488" i="1">
                          <a:latin typeface="Cambria Math" panose="02040503050406030204" pitchFamily="18" charset="0"/>
                        </a:rPr>
                        <m:t>(⋅)</m:t>
                      </m:r>
                    </m:oMath>
                  </m:oMathPara>
                </a14:m>
                <a:endParaRPr lang="en-US" sz="1488" i="1" dirty="0"/>
              </a:p>
            </p:txBody>
          </p:sp>
        </mc:Choice>
        <mc:Fallback>
          <p:sp>
            <p:nvSpPr>
              <p:cNvPr id="81" name="Rectangle: Rounded Corners 80">
                <a:extLst>
                  <a:ext uri="{FF2B5EF4-FFF2-40B4-BE49-F238E27FC236}">
                    <a16:creationId xmlns:a16="http://schemas.microsoft.com/office/drawing/2014/main" id="{C711C5B4-F995-B179-C5D5-8938CC6187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94893" y="2332876"/>
                <a:ext cx="601563" cy="595604"/>
              </a:xfrm>
              <a:prstGeom prst="round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6EBD0CE2-2B8C-19F0-F93A-0A0078139D7C}"/>
              </a:ext>
            </a:extLst>
          </p:cNvPr>
          <p:cNvSpPr/>
          <p:nvPr/>
        </p:nvSpPr>
        <p:spPr>
          <a:xfrm>
            <a:off x="13151289" y="2128156"/>
            <a:ext cx="1179666" cy="99487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88" dirty="0"/>
              <a:t>Leaky</a:t>
            </a:r>
          </a:p>
          <a:p>
            <a:pPr algn="ctr"/>
            <a:r>
              <a:rPr lang="en-US" sz="1488" i="1" dirty="0"/>
              <a:t>Integrate</a:t>
            </a:r>
          </a:p>
          <a:p>
            <a:pPr algn="ctr"/>
            <a:r>
              <a:rPr lang="en-US" sz="1488" i="1" dirty="0"/>
              <a:t>Neurons 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B848CCEB-D272-7653-4981-17418F9490AD}"/>
              </a:ext>
            </a:extLst>
          </p:cNvPr>
          <p:cNvCxnSpPr>
            <a:cxnSpLocks/>
            <a:stCxn id="80" idx="3"/>
            <a:endCxn id="81" idx="1"/>
          </p:cNvCxnSpPr>
          <p:nvPr/>
        </p:nvCxnSpPr>
        <p:spPr>
          <a:xfrm flipV="1">
            <a:off x="11601066" y="2630679"/>
            <a:ext cx="393824" cy="508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1C61B490-7448-CB3E-0373-88ABD12831CA}"/>
              </a:ext>
            </a:extLst>
          </p:cNvPr>
          <p:cNvCxnSpPr>
            <a:cxnSpLocks/>
            <a:stCxn id="81" idx="3"/>
            <a:endCxn id="82" idx="1"/>
          </p:cNvCxnSpPr>
          <p:nvPr/>
        </p:nvCxnSpPr>
        <p:spPr>
          <a:xfrm flipV="1">
            <a:off x="12596455" y="2625592"/>
            <a:ext cx="554835" cy="508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25C1C040-DBE0-DB72-420A-44D544A6521A}"/>
              </a:ext>
            </a:extLst>
          </p:cNvPr>
          <p:cNvSpPr txBox="1"/>
          <p:nvPr/>
        </p:nvSpPr>
        <p:spPr>
          <a:xfrm>
            <a:off x="1176574" y="1897432"/>
            <a:ext cx="3395987" cy="28854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75" b="1" dirty="0">
                <a:solidFill>
                  <a:srgbClr val="2526DA"/>
                </a:solidFill>
              </a:rPr>
              <a:t>Centre current computation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7DA03AC7-66CC-3229-E596-789C2508AE28}"/>
                  </a:ext>
                </a:extLst>
              </p:cNvPr>
              <p:cNvSpPr txBox="1"/>
              <p:nvPr/>
            </p:nvSpPr>
            <p:spPr>
              <a:xfrm>
                <a:off x="4511876" y="2298684"/>
                <a:ext cx="440056" cy="3867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913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13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1913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en-US" sz="1913" dirty="0"/>
              </a:p>
            </p:txBody>
          </p:sp>
        </mc:Choice>
        <mc:Fallback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7DA03AC7-66CC-3229-E596-789C2508AE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1876" y="2298684"/>
                <a:ext cx="440056" cy="38670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D3FA6415-5D6B-36D8-1D2E-D9E98F65C7DB}"/>
                  </a:ext>
                </a:extLst>
              </p:cNvPr>
              <p:cNvSpPr txBox="1"/>
              <p:nvPr/>
            </p:nvSpPr>
            <p:spPr>
              <a:xfrm>
                <a:off x="5226330" y="3130904"/>
                <a:ext cx="367760" cy="3867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913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13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1913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sz="1913" dirty="0"/>
              </a:p>
            </p:txBody>
          </p:sp>
        </mc:Choice>
        <mc:Fallback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D3FA6415-5D6B-36D8-1D2E-D9E98F65C7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6330" y="3130904"/>
                <a:ext cx="367760" cy="38670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TextBox 93">
            <a:extLst>
              <a:ext uri="{FF2B5EF4-FFF2-40B4-BE49-F238E27FC236}">
                <a16:creationId xmlns:a16="http://schemas.microsoft.com/office/drawing/2014/main" id="{0AF45E9C-D2C3-B1B4-E749-8AFDF0B04E22}"/>
              </a:ext>
            </a:extLst>
          </p:cNvPr>
          <p:cNvSpPr txBox="1"/>
          <p:nvPr/>
        </p:nvSpPr>
        <p:spPr>
          <a:xfrm>
            <a:off x="3542483" y="4219651"/>
            <a:ext cx="2609699" cy="28854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75" b="1" dirty="0">
                <a:solidFill>
                  <a:srgbClr val="D925DA"/>
                </a:solidFill>
              </a:rPr>
              <a:t>Surround current computation</a:t>
            </a: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096A583C-9F46-F9BA-5ED7-2636AC82A4EF}"/>
              </a:ext>
            </a:extLst>
          </p:cNvPr>
          <p:cNvGrpSpPr/>
          <p:nvPr/>
        </p:nvGrpSpPr>
        <p:grpSpPr>
          <a:xfrm>
            <a:off x="1109117" y="1213027"/>
            <a:ext cx="5334516" cy="622180"/>
            <a:chOff x="1109145" y="240627"/>
            <a:chExt cx="5020721" cy="585581"/>
          </a:xfrm>
        </p:grpSpPr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E6C3577E-48A7-2D61-EF87-E848F9EB9A49}"/>
                </a:ext>
              </a:extLst>
            </p:cNvPr>
            <p:cNvSpPr txBox="1"/>
            <p:nvPr/>
          </p:nvSpPr>
          <p:spPr>
            <a:xfrm>
              <a:off x="1109146" y="240627"/>
              <a:ext cx="4974154" cy="3639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913" b="1" dirty="0">
                  <a:solidFill>
                    <a:srgbClr val="7E25DA"/>
                  </a:solidFill>
                </a:rPr>
                <a:t>Outer Plexiform Layer (OPL)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A54D96E9-3AD0-F15D-AAAB-A523909E6F61}"/>
                </a:ext>
              </a:extLst>
            </p:cNvPr>
            <p:cNvSpPr txBox="1"/>
            <p:nvPr/>
          </p:nvSpPr>
          <p:spPr>
            <a:xfrm>
              <a:off x="1109145" y="523802"/>
              <a:ext cx="5020721" cy="3024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88" b="1" dirty="0">
                  <a:solidFill>
                    <a:srgbClr val="7E25DA"/>
                  </a:solidFill>
                </a:rPr>
                <a:t>Models photoreceptors and horizontal cells </a:t>
              </a: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742056B1-09A3-85B0-4A4E-7B0F46999F4A}"/>
              </a:ext>
            </a:extLst>
          </p:cNvPr>
          <p:cNvGrpSpPr/>
          <p:nvPr/>
        </p:nvGrpSpPr>
        <p:grpSpPr>
          <a:xfrm>
            <a:off x="6438476" y="1214772"/>
            <a:ext cx="5300410" cy="622180"/>
            <a:chOff x="1109145" y="240627"/>
            <a:chExt cx="5020721" cy="585581"/>
          </a:xfrm>
        </p:grpSpPr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65ABD0EC-1A16-BCB3-C3CB-0D7C01EC2598}"/>
                </a:ext>
              </a:extLst>
            </p:cNvPr>
            <p:cNvSpPr txBox="1"/>
            <p:nvPr/>
          </p:nvSpPr>
          <p:spPr>
            <a:xfrm>
              <a:off x="1109146" y="240627"/>
              <a:ext cx="4974154" cy="3639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913" b="1" dirty="0">
                  <a:solidFill>
                    <a:srgbClr val="25DA7E"/>
                  </a:solidFill>
                </a:rPr>
                <a:t>Contrast Gain Control 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A0E63C2C-3FF1-D414-282F-E27D4A7D7A73}"/>
                </a:ext>
              </a:extLst>
            </p:cNvPr>
            <p:cNvSpPr txBox="1"/>
            <p:nvPr/>
          </p:nvSpPr>
          <p:spPr>
            <a:xfrm>
              <a:off x="1109145" y="523802"/>
              <a:ext cx="5020721" cy="3024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88" b="1" dirty="0">
                  <a:solidFill>
                    <a:srgbClr val="25DA7E"/>
                  </a:solidFill>
                </a:rPr>
                <a:t>Models Bipolar Cells</a:t>
              </a:r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87C409FB-7A5C-D052-E21B-B84FBCC6A4F2}"/>
              </a:ext>
            </a:extLst>
          </p:cNvPr>
          <p:cNvGrpSpPr/>
          <p:nvPr/>
        </p:nvGrpSpPr>
        <p:grpSpPr>
          <a:xfrm>
            <a:off x="11833879" y="1213925"/>
            <a:ext cx="2771754" cy="635204"/>
            <a:chOff x="1109145" y="240627"/>
            <a:chExt cx="5020721" cy="573033"/>
          </a:xfrm>
        </p:grpSpPr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0D492BB8-6481-91F9-1189-A0FB081B03E3}"/>
                </a:ext>
              </a:extLst>
            </p:cNvPr>
            <p:cNvSpPr txBox="1"/>
            <p:nvPr/>
          </p:nvSpPr>
          <p:spPr>
            <a:xfrm>
              <a:off x="1109147" y="240627"/>
              <a:ext cx="4974154" cy="3488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913" b="1" dirty="0">
                  <a:solidFill>
                    <a:srgbClr val="DA7E25"/>
                  </a:solidFill>
                </a:rPr>
                <a:t>Spiking </a:t>
              </a:r>
              <a:r>
                <a:rPr lang="en-US" sz="1913" b="1" dirty="0" err="1">
                  <a:solidFill>
                    <a:srgbClr val="DA7E25"/>
                  </a:solidFill>
                </a:rPr>
                <a:t>Behaviour</a:t>
              </a:r>
              <a:endParaRPr lang="en-US" sz="1913" b="1" dirty="0">
                <a:solidFill>
                  <a:srgbClr val="DA7E25"/>
                </a:solidFill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F2FB50B7-A9CA-BBD7-B64D-541158D9887B}"/>
                </a:ext>
              </a:extLst>
            </p:cNvPr>
            <p:cNvSpPr txBox="1"/>
            <p:nvPr/>
          </p:nvSpPr>
          <p:spPr>
            <a:xfrm>
              <a:off x="1109145" y="523802"/>
              <a:ext cx="5020721" cy="2898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88" b="1" dirty="0">
                  <a:solidFill>
                    <a:srgbClr val="DA7E25"/>
                  </a:solidFill>
                </a:rPr>
                <a:t>Models Retinal Ganglion Cells</a:t>
              </a:r>
            </a:p>
          </p:txBody>
        </p:sp>
      </p:grp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7FB0BA77-776B-9ED4-0136-8A1F5FAEA699}"/>
              </a:ext>
            </a:extLst>
          </p:cNvPr>
          <p:cNvCxnSpPr/>
          <p:nvPr/>
        </p:nvCxnSpPr>
        <p:spPr>
          <a:xfrm>
            <a:off x="1059602" y="2662627"/>
            <a:ext cx="26048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50E0F2F5-C368-ADC0-8F9B-3B334D839245}"/>
              </a:ext>
            </a:extLst>
          </p:cNvPr>
          <p:cNvCxnSpPr/>
          <p:nvPr/>
        </p:nvCxnSpPr>
        <p:spPr>
          <a:xfrm>
            <a:off x="2256436" y="2662627"/>
            <a:ext cx="26048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52B6A478-A208-FE3E-C9A4-A142DC33E822}"/>
              </a:ext>
            </a:extLst>
          </p:cNvPr>
          <p:cNvCxnSpPr/>
          <p:nvPr/>
        </p:nvCxnSpPr>
        <p:spPr>
          <a:xfrm flipV="1">
            <a:off x="3371604" y="2655883"/>
            <a:ext cx="260487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8E0C1663-E953-5999-59E0-A4FFAAA4FEDA}"/>
                  </a:ext>
                </a:extLst>
              </p:cNvPr>
              <p:cNvSpPr txBox="1"/>
              <p:nvPr/>
            </p:nvSpPr>
            <p:spPr>
              <a:xfrm>
                <a:off x="9208731" y="3029217"/>
                <a:ext cx="524141" cy="3867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913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13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1913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1913" dirty="0"/>
              </a:p>
            </p:txBody>
          </p:sp>
        </mc:Choice>
        <mc:Fallback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8E0C1663-E953-5999-59E0-A4FFAAA4FE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8731" y="3029217"/>
                <a:ext cx="524141" cy="386709"/>
              </a:xfrm>
              <a:prstGeom prst="rect">
                <a:avLst/>
              </a:prstGeom>
              <a:blipFill>
                <a:blip r:embed="rId18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A2B0AAB6-A6A7-23D6-E8A0-249D2A7C225B}"/>
                  </a:ext>
                </a:extLst>
              </p:cNvPr>
              <p:cNvSpPr txBox="1"/>
              <p:nvPr/>
            </p:nvSpPr>
            <p:spPr>
              <a:xfrm>
                <a:off x="6922686" y="2259729"/>
                <a:ext cx="524141" cy="3867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913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13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1913" i="1">
                              <a:latin typeface="Cambria Math" panose="02040503050406030204" pitchFamily="18" charset="0"/>
                            </a:rPr>
                            <m:t>𝑂𝑃𝐿</m:t>
                          </m:r>
                        </m:sub>
                      </m:sSub>
                    </m:oMath>
                  </m:oMathPara>
                </a14:m>
                <a:endParaRPr lang="en-US" sz="1913" dirty="0"/>
              </a:p>
            </p:txBody>
          </p:sp>
        </mc:Choice>
        <mc:Fallback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A2B0AAB6-A6A7-23D6-E8A0-249D2A7C22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2686" y="2259729"/>
                <a:ext cx="524141" cy="386709"/>
              </a:xfrm>
              <a:prstGeom prst="rect">
                <a:avLst/>
              </a:prstGeom>
              <a:blipFill>
                <a:blip r:embed="rId19"/>
                <a:stretch>
                  <a:fillRect r="-814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D9628A42-A1D9-A75A-F73B-6574362A3DC4}"/>
                  </a:ext>
                </a:extLst>
              </p:cNvPr>
              <p:cNvSpPr txBox="1"/>
              <p:nvPr/>
            </p:nvSpPr>
            <p:spPr>
              <a:xfrm>
                <a:off x="12537984" y="2246670"/>
                <a:ext cx="524141" cy="3752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𝑔𝑎𝑛𝑔</m:t>
                          </m:r>
                        </m:sub>
                      </m:sSub>
                    </m:oMath>
                  </m:oMathPara>
                </a14:m>
                <a:endParaRPr lang="en-US" sz="1700" dirty="0"/>
              </a:p>
            </p:txBody>
          </p:sp>
        </mc:Choice>
        <mc:Fallback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D9628A42-A1D9-A75A-F73B-6574362A3D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37984" y="2246670"/>
                <a:ext cx="524141" cy="375296"/>
              </a:xfrm>
              <a:prstGeom prst="rect">
                <a:avLst/>
              </a:prstGeom>
              <a:blipFill>
                <a:blip r:embed="rId20"/>
                <a:stretch>
                  <a:fillRect r="-16279" b="-32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BCAEEC6D-B170-F69D-ADF1-1CBD52C45E8E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1059600" y="2662628"/>
            <a:ext cx="80336" cy="2765374"/>
          </a:xfrm>
          <a:prstGeom prst="bentConnector2">
            <a:avLst/>
          </a:prstGeom>
          <a:ln w="12700"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B596D41D-2C62-70A6-FFC7-1F1CEA9463DD}"/>
              </a:ext>
            </a:extLst>
          </p:cNvPr>
          <p:cNvCxnSpPr>
            <a:cxnSpLocks/>
            <a:stCxn id="91" idx="2"/>
            <a:endCxn id="14" idx="0"/>
          </p:cNvCxnSpPr>
          <p:nvPr/>
        </p:nvCxnSpPr>
        <p:spPr>
          <a:xfrm rot="5400000">
            <a:off x="2481731" y="3175364"/>
            <a:ext cx="2740149" cy="176020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147A813-051C-8F30-C068-56C639E59771}"/>
              </a:ext>
            </a:extLst>
          </p:cNvPr>
          <p:cNvCxnSpPr/>
          <p:nvPr/>
        </p:nvCxnSpPr>
        <p:spPr>
          <a:xfrm>
            <a:off x="5615841" y="3339007"/>
            <a:ext cx="616390" cy="0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11C8CB1-9AFA-6644-5441-2DB3A04DBD01}"/>
              </a:ext>
            </a:extLst>
          </p:cNvPr>
          <p:cNvCxnSpPr>
            <a:cxnSpLocks/>
          </p:cNvCxnSpPr>
          <p:nvPr/>
        </p:nvCxnSpPr>
        <p:spPr>
          <a:xfrm>
            <a:off x="6232518" y="3339008"/>
            <a:ext cx="11031" cy="1545034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EFD4AD3F-2F93-7558-A840-A6DCB3A86ACA}"/>
              </a:ext>
            </a:extLst>
          </p:cNvPr>
          <p:cNvCxnSpPr>
            <a:cxnSpLocks/>
            <a:endCxn id="17" idx="0"/>
          </p:cNvCxnSpPr>
          <p:nvPr/>
        </p:nvCxnSpPr>
        <p:spPr>
          <a:xfrm rot="10800000" flipV="1">
            <a:off x="4963768" y="4884044"/>
            <a:ext cx="1279780" cy="547859"/>
          </a:xfrm>
          <a:prstGeom prst="bentConnector2">
            <a:avLst/>
          </a:prstGeom>
          <a:ln w="12700"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60811C35-564E-EE5B-B134-55F7F81A3E91}"/>
              </a:ext>
            </a:extLst>
          </p:cNvPr>
          <p:cNvCxnSpPr>
            <a:stCxn id="29" idx="3"/>
          </p:cNvCxnSpPr>
          <p:nvPr/>
        </p:nvCxnSpPr>
        <p:spPr>
          <a:xfrm flipV="1">
            <a:off x="9539756" y="3006537"/>
            <a:ext cx="83907" cy="789566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B0E3C904-3AF9-8324-4210-E8D304879465}"/>
              </a:ext>
            </a:extLst>
          </p:cNvPr>
          <p:cNvCxnSpPr>
            <a:cxnSpLocks/>
            <a:endCxn id="52" idx="0"/>
          </p:cNvCxnSpPr>
          <p:nvPr/>
        </p:nvCxnSpPr>
        <p:spPr>
          <a:xfrm rot="5400000">
            <a:off x="8451879" y="4261782"/>
            <a:ext cx="1631899" cy="700538"/>
          </a:xfrm>
          <a:prstGeom prst="bentConnector3">
            <a:avLst>
              <a:gd name="adj1" fmla="val 75736"/>
            </a:avLst>
          </a:prstGeom>
          <a:ln w="12700"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person with his hand up&#10;&#10;AI-generated content may be incorrect.">
            <a:extLst>
              <a:ext uri="{FF2B5EF4-FFF2-40B4-BE49-F238E27FC236}">
                <a16:creationId xmlns:a16="http://schemas.microsoft.com/office/drawing/2014/main" id="{E6C95965-B66B-F4C4-563F-7326EA2A80E5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50" y="5428001"/>
            <a:ext cx="1865376" cy="174879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4" name="Picture 13" descr="A person with his hand up&#10;&#10;AI-generated content may be incorrect.">
            <a:extLst>
              <a:ext uri="{FF2B5EF4-FFF2-40B4-BE49-F238E27FC236}">
                <a16:creationId xmlns:a16="http://schemas.microsoft.com/office/drawing/2014/main" id="{DAB4561E-A345-BB92-6E9D-2CFEBB7BE80C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9014" y="5425540"/>
            <a:ext cx="1865376" cy="174879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7" name="Picture 16" descr="A person with his hand up&#10;&#10;AI-generated content may be incorrect.">
            <a:extLst>
              <a:ext uri="{FF2B5EF4-FFF2-40B4-BE49-F238E27FC236}">
                <a16:creationId xmlns:a16="http://schemas.microsoft.com/office/drawing/2014/main" id="{B219E790-5BA2-5B2E-0F87-A9D62CCEE6D1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1079" y="5431901"/>
            <a:ext cx="1865376" cy="174879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0FB7548-5D7F-116C-0031-35353E6567DC}"/>
              </a:ext>
            </a:extLst>
          </p:cNvPr>
          <p:cNvCxnSpPr>
            <a:cxnSpLocks/>
          </p:cNvCxnSpPr>
          <p:nvPr/>
        </p:nvCxnSpPr>
        <p:spPr>
          <a:xfrm>
            <a:off x="6496924" y="2617751"/>
            <a:ext cx="0" cy="2801544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5" name="Picture 34" descr="A person with his hand up&#10;&#10;AI-generated content may be incorrect.">
            <a:extLst>
              <a:ext uri="{FF2B5EF4-FFF2-40B4-BE49-F238E27FC236}">
                <a16:creationId xmlns:a16="http://schemas.microsoft.com/office/drawing/2014/main" id="{4218FD91-4465-C68A-F259-D8CE21643447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6805" y="5425540"/>
            <a:ext cx="1865376" cy="174879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52" name="Picture 51" descr="A blurry image of a person brushing his teeth&#10;&#10;AI-generated content may be incorrect.">
            <a:extLst>
              <a:ext uri="{FF2B5EF4-FFF2-40B4-BE49-F238E27FC236}">
                <a16:creationId xmlns:a16="http://schemas.microsoft.com/office/drawing/2014/main" id="{EB995816-7DAA-BCF8-CED6-D6821A9A3297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4869" y="5428001"/>
            <a:ext cx="1865376" cy="174879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59" name="Picture 58" descr="A blurry image of a person&#10;&#10;AI-generated content may be incorrect.">
            <a:extLst>
              <a:ext uri="{FF2B5EF4-FFF2-40B4-BE49-F238E27FC236}">
                <a16:creationId xmlns:a16="http://schemas.microsoft.com/office/drawing/2014/main" id="{54FB81DA-4EC6-7F3F-BD9A-1E507695B2E5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637" y="5428001"/>
            <a:ext cx="1865376" cy="174879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AA553486-A41A-DBC7-8C13-995B18576FD8}"/>
              </a:ext>
            </a:extLst>
          </p:cNvPr>
          <p:cNvCxnSpPr>
            <a:cxnSpLocks/>
            <a:endCxn id="59" idx="0"/>
          </p:cNvCxnSpPr>
          <p:nvPr/>
        </p:nvCxnSpPr>
        <p:spPr>
          <a:xfrm rot="16200000" flipH="1">
            <a:off x="10406304" y="4841980"/>
            <a:ext cx="629988" cy="542054"/>
          </a:xfrm>
          <a:prstGeom prst="bentConnector3">
            <a:avLst>
              <a:gd name="adj1" fmla="val 37149"/>
            </a:avLst>
          </a:prstGeom>
          <a:ln w="12700"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32553E21-5AB8-44C3-3626-5DEE1792B31A}"/>
              </a:ext>
            </a:extLst>
          </p:cNvPr>
          <p:cNvCxnSpPr>
            <a:cxnSpLocks/>
            <a:endCxn id="71" idx="0"/>
          </p:cNvCxnSpPr>
          <p:nvPr/>
        </p:nvCxnSpPr>
        <p:spPr>
          <a:xfrm rot="5400000">
            <a:off x="12296136" y="3900773"/>
            <a:ext cx="2284511" cy="75253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1" name="Picture 70" descr="A person with their hands up&#10;&#10;AI-generated content may be incorrect.">
            <a:extLst>
              <a:ext uri="{FF2B5EF4-FFF2-40B4-BE49-F238E27FC236}">
                <a16:creationId xmlns:a16="http://schemas.microsoft.com/office/drawing/2014/main" id="{3B6112AA-8934-911D-122D-A403DC175310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9435" y="5419294"/>
            <a:ext cx="1865376" cy="174879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96243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1071</TotalTime>
  <Words>265</Words>
  <Application>Microsoft Office PowerPoint</Application>
  <PresentationFormat>Custom</PresentationFormat>
  <Paragraphs>111</Paragraphs>
  <Slides>4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Office Theme</vt:lpstr>
      <vt:lpstr>Picture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maciej lewandowski</dc:creator>
  <cp:lastModifiedBy>maciej lewandowski</cp:lastModifiedBy>
  <cp:revision>9</cp:revision>
  <dcterms:created xsi:type="dcterms:W3CDTF">2025-12-09T11:55:56Z</dcterms:created>
  <dcterms:modified xsi:type="dcterms:W3CDTF">2026-02-25T22:28:36Z</dcterms:modified>
</cp:coreProperties>
</file>